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70" r:id="rId2"/>
    <p:sldId id="264" r:id="rId3"/>
    <p:sldId id="257" r:id="rId4"/>
    <p:sldId id="304" r:id="rId5"/>
    <p:sldId id="267" r:id="rId6"/>
    <p:sldId id="268" r:id="rId7"/>
    <p:sldId id="265" r:id="rId8"/>
    <p:sldId id="290" r:id="rId9"/>
    <p:sldId id="305" r:id="rId10"/>
    <p:sldId id="306" r:id="rId11"/>
    <p:sldId id="291" r:id="rId12"/>
    <p:sldId id="294" r:id="rId13"/>
    <p:sldId id="303" r:id="rId14"/>
    <p:sldId id="295" r:id="rId15"/>
    <p:sldId id="297" r:id="rId16"/>
    <p:sldId id="296" r:id="rId17"/>
    <p:sldId id="298" r:id="rId18"/>
    <p:sldId id="300" r:id="rId19"/>
    <p:sldId id="299" r:id="rId20"/>
    <p:sldId id="301" r:id="rId21"/>
    <p:sldId id="302" r:id="rId22"/>
    <p:sldId id="263" r:id="rId23"/>
    <p:sldId id="293" r:id="rId24"/>
    <p:sldId id="292" r:id="rId2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l-Ad Kishony" initials="" lastIdx="1" clrIdx="0">
    <p:extLst>
      <p:ext uri="{19B8F6BF-5375-455C-9EA6-DF929625EA0E}">
        <p15:presenceInfo xmlns:p15="http://schemas.microsoft.com/office/powerpoint/2012/main" userId="S::gilad.kishony@weizmann.ac.il::95f0aa86-6840-4249-a515-057fefd92e0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BFE5"/>
    <a:srgbClr val="FF9D98"/>
    <a:srgbClr val="4CC1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89532"/>
  </p:normalViewPr>
  <p:slideViewPr>
    <p:cSldViewPr snapToGrid="0">
      <p:cViewPr varScale="1">
        <p:scale>
          <a:sx n="112" d="100"/>
          <a:sy n="11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1-08T11:51:58.612" idx="1">
    <p:pos x="10" y="1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8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9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0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3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4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5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4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5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7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9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0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1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8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34.3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0 24575,'-11'17'0,"2"4"0,-4 5 0,2-1 0,-5 10 0,5-11 0,-2 4 0,5-4 0,0-1 0,2-3 0,0 1 0,1-6 0,0 0 0,1-1 0,-2 9 0,0 3 0,-3 11 0,3 9 0,1-4 0,4-2 0,1 2 0,-1-10 0,1 5 0,-1 8 0,1 9 0,1 6 0,0 1 0,2-13 0,-2-13 0,1-3 0,1-3 0,-1 1 0,-1-4 0,1 4 0,-1-11 0,-1 7 0,1 0 0,0 6 0,0 3 0,0-1 0,-1-1 0,3 3 0,2 10 0,2 2 0,-1-4 0,1-4 0,1 5 0,2 1 0,0-2 0,-1-9 0,-2-4 0,1 7 0,-1 3 0,2 5 0,-4-16 0,-2 0 0,-2-17 0,0 1 0,0-8 0,1 2 0,0-1 0,1 1 0,-1 0 0,1 0 0,2 4 0,0-1 0,1 1 0,-3-5 0,-1-1 0,-1-2 0,0-1 0,0 0 0,0-1 0,0 1 0,-1 1 0,0-1 0,1 2 0,0 0 0,0 3 0,1 0 0,1 2 0,-1-2 0,1 2 0,-2-4 0,1 1 0,-1-2 0,1-1 0,-1 0 0,-1-2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0.4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24575,'3'15'0,"-1"-1"0,2-7 0,-1 2 0,-1-1 0,1 2 0,0 2 0,-1-3 0,3 5 0,-2-1 0,0-1 0,0 0 0,-1-2 0,0 0 0,0 0 0,0 2 0,1 3 0,1-1 0,0 1 0,-2-6 0,-1-4 0,0-1 0,-1 1 0,0-2 0,0 1 0,1-2 0,0 3 0,1 4 0,1 5 0,0 6 0,-1-2 0,1 7 0,1 3 0,1 2 0,0 2 0,1-7 0,-2-8 0,0-1 0,-1-3 0,-1 1 0,0-1 0,0-2 0,0-1 0,1 0 0,0-2 0,0 2 0,-1 1 0,0 1 0,1 0 0,0 0 0,0-1 0,0 3 0,1-1 0,0 2 0,0-1 0,-1-1 0,1-1 0,-1 1 0,0-4 0,-2 0 0,2-2 0,-1 1 0,2 2 0,0 0 0,0 1 0,0 0 0,1 4 0,1-1 0,-2 4 0,0-2 0,-1 6 0,0-1 0,0 3 0,-1-1 0,0-6 0,0-3 0,-1-2 0,-1-4 0,1 1 0,-1 2 0,0 4 0,1 4 0,-1 3 0,1-3 0,-1-5 0,1-5 0,-1-2 0,1 0 0,-1 4 0,2-2 0,-2 1 0,0-3 0,0-3 0,0 2 0,0 1 0,0 6 0,0-1 0,0 2 0,0-2 0,0 0 0,0 1 0,-1 5 0,1 5 0,0 6 0,0-2 0,0-2 0,-1-6 0,-1-1 0,0 10 0,-1 1 0,0 2 0,0 3 0,1-8 0,0 5 0,0 12 0,0-9 0,-2 9 0,-1-17 0,0 0 0,0-8 0,-2 5 0,-2 2 0,-3 6 0,-1 1 0,3-6 0,3-3 0,4-5 0,0 6 0,0 0 0,1-8 0,0-4 0,0-8 0,2 0 0,-1 3 0,-1 6 0,-1 2 0,0 1 0,0-1 0,1-4 0,-1 3 0,3 4 0,-1-3 0,1 1 0,-1-5 0,1-2 0,-2 0 0,1 1 0,0-1 0,0-1 0,-1 1 0,0 0 0,-1 2 0,1-2 0,0 1 0,1-5 0,0-1 0,1-2 0,0-13 0,0 7 0,0-8 0,0 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5.4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83 127 24575,'12'-9'0,"1"0"0,3 1 0,4 0 0,-4 2 0,-2 0 0,-7 4 0,-4 1 0,-2 1 0,1 0 0,2 2 0,0 2 0,0 4 0,0 2 0,-1 2 0,-2 3 0,-3 1 0,-2 3 0,-1-2 0,-2-5 0,0-5 0,-2-3 0,-4-1 0,1-2 0,2 0 0,5 0 0,2-5 0,1-4 0,-1-6 0,1-9 0,2 1 0,2 4 0,3 2 0,1 8 0,1-2 0,-1 5 0,-3 3 0,3 1 0,3 2 0,3 3 0,0 0 0,-2 2 0,-5-2 0,-1 5 0,-3 7 0,-2 8 0,-6 5 0,-4 0 0,-4-7 0,4-9 0,-5-6 0,2-8 0,-2-1 0,0-9 0,3-7 0,6 2 0,2 0 0,3 8 0,2 3 0,2-1 0,2-1 0,6-1 0,10-3 0,8 0 0,5 0 0,-10 4 0,-8 4 0,-13 7 0,1 10 0,-1 6 0,-3 9 0,-4-3 0,-6 2 0,-1-6 0,1-6 0,2-6 0,3-9 0,-7-10 0,-2-12 0,-6-24 0,6-1 0,6-2 0,5 20 0,5 6 0,0 9 0,2-3 0,0 8 0,8-3 0,5 7 0,8 0 0,-2 4 0,-5 4 0,-4 10 0,-7 1 0,-1 13 0,-3-6 0,-3 3 0,-6-4 0,-7 1 0,-5-1 0,-3-5 0,1-7 0,5-7 0,2-5 0,3-10 0,4-4 0,2-10 0,6-3 0,2 2 0,1 5 0,1 10 0,-2 9 0,0 2 0,3 2 0,4 4 0,2 3 0,4 3 0,-3 0 0,-2 0 0,-6-2 0,-2 1 0,-4-1 0,-5 8 0,-9 2 0,-7 3 0,-1-4 0,0-5 0,8-8 0,2-2 0,3-5 0,3-8 0,-1-6 0,1-7 0,0 0 0,2 2 0,2 4 0,0 6 0,2 4 0,1 6 0,1 0 0,4 0 0,7 1 0,10 2 0,11 1 0,0 3 0,-9-1 0,-9 0 0,-12 0 0,-1 3 0,0 6 0,0-1 0,-3 2 0,-2-5 0,-3 0 0,0-3 0,1-3 0,-8 0 0,4-2 0,-5-1 0,7-3 0,4-1 0,2-6 0,3-2 0,-1 1 0,8-2 0,3 2 0,4-2 0,0 3 0,-5 4 0,-5 4 0,-3 3 0,3 4 0,-1 2 0,1 2 0,-3-1 0,-3 0 0,-2-1 0,0-1 0,-1-1 0,1-3 0,-2-1 0,-1-6 0,1-1 0,-1-11 0,4 3 0,0 0 0,1 8 0,1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12.4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24575,'13'1'0,"-2"0"0,0 0 0,-1-1 0,1 1 0,2 0 0,-2-1 0,-2 0 0,-3 1 0,-4-1 0,2 1 0,-1 0 0,0-1 0,2 1 0,0 0 0,1 0 0,1 1 0,0 0 0,-2-1 0,1 1 0,-1 0 0,4 2 0,4 1 0,2 4 0,-2-2 0,-1 0 0,-3-2 0,-3-1 0,0 0 0,-2-1 0,1 0 0,-1-1 0,6 2 0,-4-2 0,3 3 0,-4-3 0,0 2 0,-2-1 0,3-1 0,-1 1 0,-1 0 0,0-1 0,0 0 0,0-1 0,1 1 0,2 0 0,1 0 0,0 0 0,1 0 0,-3 0 0,9 1 0,1 2 0,7 0 0,-5 0 0,-3-2 0,-4-1 0,-1-1 0,-1 1 0,-2-1 0,-3 0 0,-1-1 0,2 1 0,-2-1 0,0 0 0,-1 1 0,1-1 0,3 1 0,7 1 0,-1 0 0,2 1 0,-5-1 0,-1 0 0,2-1 0,-1 1 0,2 1 0,-1-2 0,1 2 0,2-1 0,-5 0 0,4 1 0,2 0 0,-2 0 0,2 0 0,-6-2 0,2 1 0,0 0 0,5 3 0,1-1 0,-4-1 0,2 1 0,-1 0 0,9 3 0,-1 0 0,3 2 0,-7-4 0,-6-1 0,-1 0 0,1-1 0,0 2 0,2 0 0,-3-1 0,-2 0 0,1 0 0,-1 0 0,3 1 0,7 4 0,-6-3 0,7 3 0,-10-4 0,1-1 0,3 2 0,7 4 0,3 2 0,-1 0 0,-7-3 0,-5-2 0,-3-1 0,7 4 0,2 2 0,-1 0 0,-3-2 0,-5-2 0,-1-2 0,7 6 0,2 4 0,3 1 0,-3-3 0,-6-4 0,-2-3 0,-3-3 0,1 2 0,-2-2 0,-1 0 0,1 0 0,-1 0 0,1 0 0,1 2 0,3 3 0,0 0 0,2 2 0,-1-1 0,3 3 0,-4-5 0,3 4 0,-4-5 0,2 3 0,0 0 0,5 4 0,0 2 0,-2-3 0,2 2 0,-3-2 0,1 0 0,1 2 0,5 4 0,-7-8 0,3 2 0,-4-4 0,-4-5 0,3 6 0,-1-4 0,-1 0 0,2 2 0,8 5 0,0-1 0,13 7 0,-7-3 0,3 0 0,-6-3 0,1 1 0,0 1 0,0-1 0,-1-2 0,11 6 0,1 1 0,8 4 0,12 6 0,-3-1 0,-4-2 0,-13-8 0,-20-11 0,-7-4 0,-2-1 0,1 1 0,1-1 0,-1 1 0,3 1 0,-3 0 0,3 0 0,-3-1 0,2 1 0,-2-2 0,-2-1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57.7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1 110 24575,'40'-27'0,"-6"6"0,6-5 0,-15 11 0,-6 4 0,-8 5 0,-4 3 0,-3 3 0,-1 0 0,3 2 0,0 5 0,0 4 0,-2 8 0,0 5 0,-3 6 0,-1-7 0,-4 2 0,-14-7 0,0-1 0,-8-2 0,5-9 0,6-4 0,3-4 0,0-7 0,4-10 0,1-5 0,2 1 0,5 3 0,5 9 0,29-5 0,27 6 0,-3 1 0,-5 7 0,-39 11 0,-15 16 0,-8 15 0,-8 9 0,-9-5 0,-10-9 0,-3-18 0,8-8 0,7-9 0,9-8 0,8-5 0,1-11 0,4-6 0,2-4 0,1 6 0,0 8 0,0 12 0,3 5 0,11 12 0,-3 3 0,3 12 0,-10 7 0,-7-8 0,-5 1 0,-3-15 0,-10-4 0,4-4 0,-5-6 0,11-7 0,3-7 0,6-1 0,6-3 0,5 10 0,2 1 0,-2 7 0,-4 6 0,-4 6 0,0 8 0,-1 2 0,-2 1 0,0-6 0,0-12 0,-1-15 0,4-3 0,4-9 0,0 14 0,0 6 0,-3 13 0,-4 7 0,-2 6 0,-3-1 0,-3-4 0,-1-5 0,2-5 0,3-2 0,2-3 0,1-2 0,-2-2 0,1 1 0,0-1 0,2 3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1:5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12 117 24575,'5'-5'0,"1"-1"0,1 1 0,9-5 0,5-1 0,-4 4 0,-4 1 0,-10 7 0,1 3 0,1 2 0,0 2 0,-3-2 0,-1-1 0,-3 3 0,-8 8 0,0 1 0,-12 4 0,6-11 0,2-4 0,2-7 0,4-6 0,-2-8 0,2-4 0,4 1 0,5 3 0,28-1 0,49-1 0,-17 4 0,11 3 0,-55 14 0,-17 7 0,1 3 0,-3 6 0,-9 4 0,2-6 0,-8 1 0,10-13 0,-7-3 0,-6-10 0,-23-19 0,-1-7 0,-3-7 0,21 14 0,14 12 0,9 8 0,9 1 0,4 2 0,2 1 0,-3 3 0,-5 4 0,-2 4 0,-2 4 0,-5 5 0,0-4 0,-3-1 0,5-9 0,2-1 0,2-3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1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31 24575,'9'3'0,"0"0"0,-2 3 0,0 1 0,-3-1 0,-1 1 0,-5 2 0,-2 1 0,-2 1 0,-2-5 0,-2-4 0,-6-12 0,-3-10 0,0-1 0,6 1 0,9 7 0,14 4 0,23 1 0,11 8 0,-5 1 0,-11 9 0,-25 1 0,-4 8 0,-4 5 0,-10 10 0,-4-1 0,-8-1 0,10-13 0,1-10 0,7-14 0,-8-27 0,5-2 0,-1-13 0,11 20 0,10 14 0,26 14 0,-3 4 0,20 10 0,-31-7 0,-2 7 0,-16-2 0,1 7 0,-3-1 0,-1-3 0,-1-8 0,-5-6 0,-4-6 0,-1-2 0,3-4 0,5-13 0,5 3 0,7-1 0,6 9 0,21 10 0,-17 1 0,8 4 0,-26 4 0,-4 3 0,-6 6 0,-1-3 0,0-3 0,5-5 0,3-5 0,2-6 0,1-6 0,-1 2 0,2 0 0,-1 9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3.2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94 24575,'16'1'0,"1"3"0,1 10 0,-4 7 0,-8 10 0,-7-5 0,-13 1 0,-12-8 0,0-6 0,-1-3 0,10-12 0,2-13 0,4-20 0,14-24 0,14-7 0,7 13 0,0 24 0,0 35 0,-2 24 0,2 14 0,-7 17 0,-13-18 0,-11 1 0,-4-24 0,-3-6 0,-2-11 0,-15-17 0,-13-13 0,-8-10 0,16 7 0,13 11 0,20 14 0,7 0 0,12 1 0,2 1 0,4 9 0,-9 0 0,-7 5 0,-5-7 0,-1-4 0,-1-10 0,0-1 0,-1-2 0,2 6 0,0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8.6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24575,'11'-18'0,"1"5"0,21 0 0,-17 8 0,10 0 0,-22 9 0,-4 5 0,-2 9 0,-3 3 0,-1-3 0,-1-4 0,1-7 0,-6-3 0,1-2 0,-3-1 0,5-5 0,3-10 0,1-9 0,3-4 0,2 2 0,1 10 0,3 5 0,0 5 0,3 1 0,-3 4 0,1-1 0,-3 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9.1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14 24575,'-8'-4'0,"1"1"0,4 1 0,1 1 0,-1 0 0,1 0 0,-1-1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0.8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96 114 24575,'9'-2'0,"-3"1"0,-1 4 0,-3 4 0,0 5 0,-2 0 0,-9 4 0,-7-2 0,1-2 0,3-5 0,7-6 0,-4-14 0,-3-9 0,0-5 0,7-8 0,17 2 0,7 5 0,5 3 0,-10 16 0,-4 7 0,-6 9 0,-2 10 0,0 8 0,-4 8 0,-2-10 0,-13 0 0,-1-12 0,-4-2 0,7-4 0,8-5 0,3-8 0,-5-11 0,2-6 0,1-5 0,6 6 0,3 8 0,7 3 0,8 8 0,8 2 0,-2 3 0,-6 4 0,-11 8 0,-7 7 0,0 8 0,-3-4 0,-5 1 0,2-13 0,-1-1 0,5-12 0,-3-16 0,0-8 0,0-3 0,3-2 0,4 18 0,1 2 0,-1 8 0,0 3 0,0 13 0,0-4 0,-1 10 0,-2-8 0,-1-5 0,1-2 0,0-3 0,0-1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72 106 21646,'10'-13'0,"1"-1"1408,-1 4-1408,-2 2 494,-2 6-494,-2 1 252,1 1-252,-2 4 775,-2 1-775,0 7 0,-2 4 0,-1 3 0,-3-3 0,-6 1 0,3-11 0,-2 2 0,3-8 0,1-6 0,-1-3 0,0-7 0,4 4 0,4-4 0,4 7 0,13-5 0,13 2 0,7 2 0,-2 3 0,-15 5 0,-16 16 0,-13 9 0,-6 17 0,-4-3 0,-6 1 0,-2-13 0,2-5 0,4-9 0,6-8 0,3-9 0,-6-25 0,1-7 0,0-18 0,7 11 0,8 8 0,11 12 0,6 11 0,10 7 0,-1 11 0,-2 5 0,-8 9 0,-6 7 0,-5 8 0,-2 2 0,-4-2 0,-3-9 0,-3-9 0,2-7 0,1-6 0,-7-4 0,-3-10 0,-1-4 0,5-11 0,10-2 0,6 3 0,2 6 0,-2 12 0,0 6 0,-3 3 0,1-1 0,-2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21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53 128 24575,'11'-23'0,"10"-2"0,4 8 0,-3 3 0,-8 10 0,-10 10 0,-3 11 0,0 5 0,-5 8 0,-7-1 0,-4-5 0,-1-7 0,4-8 0,4-9 0,-1-7 0,2-7 0,1-14 0,5-3 0,2 0 0,2 8 0,-1 13 0,4 5 0,4 10 0,-1 6 0,-1 12 0,-7 6 0,-6 8 0,-2-8 0,-1-6 0,0-13 0,-2-7 0,-6-8 0,2-3 0,-4-11 0,10 0 0,1-8 0,5 6 0,5-3 0,9 6 0,11 0 0,15 4 0,12 6 0,-19 5 0,-1 8 0,-28 10 0,-7 15 0,-5 8 0,-7 0 0,-3-6 0,3-13 0,-8-4 0,3-10 0,3-2 0,3-10 0,8-16 0,-1-21 0,3-7 0,5 2 0,6 18 0,5 14 0,6 7 0,7 6 0,-5 9 0,-3 12 0,-11 17 0,-6 8 0,-3 5 0,-2-15 0,2-13 0,1-13 0,-4-14 0,0-4 0,-2-2 0,3-2 0,3 7 0,1 1 0,1 4 0,2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372E36-343A-6741-AAA5-4A4CC4BBC61B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15906-8FEA-3045-9172-729FFF3A66A6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39567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8130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8745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(0,4)0;Q(0,8)1;Q(1,1)2;Q(1,3)3;Q(1,5)4;Q(1,7)5;Q(1,9)6;Q(2,0)7;Q(2,2)8;Q(2,4)9;Q(2,6)10;Q(2,8)11;Q(3,1)12;Q(3,3)13;Q(3,5)14;Q(3,7)15;Q(3,9)16;Q(4,2)17;Q(4,4)18;Q(4,6)19;Q(4,8)20;Q(4,10)21;Q(5,1)22;Q(5,3)23;Q(5,5)24;Q(5,7)25;Q(5,9)26;Q(6,0)27;Q(6,2)28;Q(6,4)29;Q(6,6)30;Q(6,8)31;Q(7,1)32;Q(7,3)33;Q(7,5)34;Q(7,7)35;Q(7,9)36;Q(8,2)37;Q(8,4)38;Q(8,6)39;Q(8,8)40;Q(8,10)41;Q(9,1)42;Q(9,3)43;Q(9,5)44;Q(9,7)45;Q(9,9)46;Q(10,0)47;Q(10,2)48;Q(10,4)49;Q(10,6)50;Q(10,8)51;Q(11,1)52;Q(11,3)53;Q(11,5)54;Q(11,7)55;Q(11,9)56;Q(12,0)57;Q(12,2)58;Q(12,4)59;Q(12,6)60;Q(12,8)61;Q(13,1)62;Q(13,3)63;Q(13,5)64;Q(13,7)65;Q(13,9)66;Q(14,2)67;Q(14,4)68;Q(14,6)69;Q(14,8)70;Q(14,10)71;Q(15,1)72;Q(15,3)73;Q(15,5)74;Q(15,7)75;Q(15,9)76;Q(16,0)77;Q(16,2)78;Q(16,4)79;Q(16,6)80;Q(16,8)81;Q(17,1)82;Q(17,3)83;Q(17,5)84;Q(17,7)85;Q(17,9)86;Q(18,2)87;Q(18,4)88;Q(18,6)89;Q(18,8)90;Q(18,10)91;Q(19,1)92;Q(19,3)93;Q(19,5)94;Q(19,7)95;Q(19,9)96;Q(20,0)97;Q(20,2)98;Q(20,4)99;Q(20,6)100;Q(20,8)101;Q(21,1)102;Q(21,3)103;Q(21,5)104;Q(21,7)105;Q(21,9)106;Q(22,4)107;Q(22,8)108;R_2_3_4_5_6_12_13_14_15_16_22_23_24_25_26_32_33_34_35_36_42_43_44_45_46_52_53_54_55_56_57_58_59_60_61;RX_0_1_7_8_9_10_11_17_18_19_20_21_27_28_29_30_31_37_38_39_40_41_47_48_49_50_51_62_63_64_65_66_67_68_69_70_71_72_73_74_75_76_77_78_79_80_81_82_83_84_85_86_87_88_89_90_91_92_93_94_95_96_97_98_99_100_101_102_103_104_105_106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(10,0,0)rec[-49];DT(10,2,0)rec[-48];DT(10,4,0)rec[-47];DT(10,6,0)rec[-46];DT(10,8,0)rec[-45];DT(0,4,0)rec[-44];DT(0,8,0)rec[-43];DT(2,2,0)rec[-41];DT(2,6,0)rec[-39];DT(4,4,0)rec[-36];DT(4,8,0)rec[-34];DT(6,2,0)rec[-31];DT(6,6,0)rec[-29];DT(8,4,0)rec[-26];DT(8,8,0)rec[-24];DT(14,4,0)rec[-21];DT(14,8,0)rec[-19];DT(16,2,0)rec[-16];DT(16,6,0)rec[-14];DT(18,4,0)rec[-11];DT(18,8,0)rec[-9];DT(20,2,0)rec[-6];DT(20,6,0)rec[-4];DT(22,4,0)rec[-2];DT(22,8,0)rec[-1];TICK;M_52_53_54_55_56;MX_57_58_59_60_61;DT(11,1,1)rec[-10];DT(11,3,1)rec[-9];DT(11,5,1)rec[-8];DT(11,7,1)rec[-7];DT(11,9,1)rec[-6];DT(12,2,1)rec[-4];DT(12,6,1)rec[-2]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(10,0,2)rec[-49];DT(10,2,2)rec[-48];DT(10,4,2)rec[-47];DT(10,6,2)rec[-46];DT(10,8,2)rec[-45];DT(0,4,2)rec[-44]_rec[-103];DT(0,8,2)rec[-43]_rec[-102];DT(2,0,2)rec[-42]_rec[-101];DT(2,2,2)rec[-41]_rec[-100];DT(2,4,2)rec[-40]_rec[-99];DT(2,6,2)rec[-39]_rec[-98];DT(2,8,2)rec[-38]_rec[-97];DT(4,2,2)rec[-37]_rec[-96];DT(4,4,2)rec[-36]_rec[-95];DT(4,6,2)rec[-35]_rec[-94];DT(4,8,2)rec[-34]_rec[-93];DT(4,10,2)rec[-33]_rec[-92];DT(6,0,2)rec[-32]_rec[-91];DT(6,2,2)rec[-31]_rec[-90];DT(6,4,2)rec[-30]_rec[-89];DT(6,6,2)rec[-29]_rec[-88];DT(6,8,2)rec[-28]_rec[-87];DT(8,2,2)rec[-27]_rec[-86];DT(8,4,2)rec[-26]_rec[-85];DT(8,6,2)rec[-25]_rec[-84];DT(8,8,2)rec[-24]_rec[-83];DT(8,10,2)rec[-23]_rec[-82];DT(14,2,2)rec[-22]_rec[-81];DT(14,4,2)rec[-21]_rec[-80];DT(14,6,2)rec[-20]_rec[-79];DT(14,8,2)rec[-19]_rec[-78];DT(14,10,2)rec[-18]_rec[-77];DT(16,0,2)rec[-17]_rec[-76];DT(16,2,2)rec[-16]_rec[-75];DT(16,4,2)rec[-15]_rec[-74];DT(16,6,2)rec[-14]_rec[-73];DT(16,8,2)rec[-13]_rec[-72];DT(18,2,2)rec[-12]_rec[-71];DT(18,4,2)rec[-11]_rec[-70];DT(18,6,2)rec[-10]_rec[-69];DT(18,8,2)rec[-9]_rec[-68];DT(18,10,2)rec[-8]_rec[-67];DT(20,0,2)rec[-7]_rec[-66];DT(20,2,2)rec[-6]_rec[-65];DT(20,4,2)rec[-5]_rec[-64];DT(20,6,2)rec[-4]_rec[-63];DT(20,8,2)rec[-3]_rec[-62];DT(22,4,2)rec[-2]_rec[-61];DT(22,8,2)rec[-1]_rec[-60];TICK;M_52_53_54_55_56;MX_57_58_59_60_61;DT(11,1,3)rec[-10];DT(11,3,3)rec[-9];DT(11,5,3)rec[-8];DT(11,7,3)rec[-7];DT(11,9,3)rec[-6];DT(12,0,3)rec[-5]_rec[-64];DT(12,2,3)rec[-4]_rec[-63];DT(12,4,3)rec[-3]_rec[-62];DT(12,6,3)rec[-2]_rec[-61];DT(12,8,3)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(10,0,4)rec[-49];DT(10,2,4)rec[-48];DT(10,4,4)rec[-47];DT(10,6,4)rec[-46];DT(10,8,4)rec[-45];DT(0,4,4)rec[-44]_rec[-103];DT(0,8,4)rec[-43]_rec[-102];DT(2,0,4)rec[-42]_rec[-101];DT(2,2,4)rec[-41]_rec[-100];DT(2,4,4)rec[-40]_rec[-99];DT(2,6,4)rec[-39]_rec[-98];DT(2,8,4)rec[-38]_rec[-97];DT(4,2,4)rec[-37]_rec[-96];DT(4,4,4)rec[-36]_rec[-95];DT(4,6,4)rec[-35]_rec[-94];DT(4,8,4)rec[-34]_rec[-93];DT(4,10,4)rec[-33]_rec[-92];DT(6,0,4)rec[-32]_rec[-91];DT(6,2,4)rec[-31]_rec[-90];DT(6,4,4)rec[-30]_rec[-89];DT(6,6,4)rec[-29]_rec[-88];DT(6,8,4)rec[-28]_rec[-87];DT(8,2,4)rec[-27]_rec[-86];DT(8,4,4)rec[-26]_rec[-85];DT(8,6,4)rec[-25]_rec[-84];DT(8,8,4)rec[-24]_rec[-83];DT(8,10,4)rec[-23]_rec[-82];DT(14,2,4)rec[-22]_rec[-81];DT(14,4,4)rec[-21]_rec[-80];DT(14,6,4)rec[-20]_rec[-79];DT(14,8,4)rec[-19]_rec[-78];DT(14,10,4)rec[-18]_rec[-77];DT(16,0,4)rec[-17]_rec[-76];DT(16,2,4)rec[-16]_rec[-75];DT(16,4,4)rec[-15]_rec[-74];DT(16,6,4)rec[-14]_rec[-73];DT(16,8,4)rec[-13]_rec[-72];DT(18,2,4)rec[-12]_rec[-71];DT(18,4,4)rec[-11]_rec[-70];DT(18,6,4)rec[-10]_rec[-69];DT(18,8,4)rec[-9]_rec[-68];DT(18,10,4)rec[-8]_rec[-67];DT(20,0,4)rec[-7]_rec[-66];DT(20,2,4)rec[-6]_rec[-65];DT(20,4,4)rec[-5]_rec[-64];DT(20,6,4)rec[-4]_rec[-63];DT(20,8,4)rec[-3]_rec[-62];DT(22,4,4)rec[-2]_rec[-61];DT(22,8,4)rec[-1]_rec[-60];TICK;M_52_53_54_55_56;MX_57_58_59_60_61;DT(11,1,5)rec[-10];DT(11,3,5)rec[-9];DT(11,5,5)rec[-8];DT(11,7,5)rec[-7];DT(11,9,5)rec[-6];DT(12,0,5)rec[-5]_rec[-64];DT(12,2,5)rec[-4]_rec[-63];DT(12,4,5)rec[-3]_rec[-62];DT(12,6,5)rec[-2]_rec[-61];DT(12,8,5)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(10,0,6)rec[-49];DT(10,2,6)rec[-48];DT(10,4,6)rec[-47];DT(10,6,6)rec[-46];DT(10,8,6)rec[-45];DT(0,4,6)rec[-44]_rec[-103];DT(0,8,6)rec[-43]_rec[-102];DT(2,0,6)rec[-42]_rec[-101];DT(2,2,6)rec[-41]_rec[-100];DT(2,4,6)rec[-40]_rec[-99];DT(2,6,6)rec[-39]_rec[-98];DT(2,8,6)rec[-38]_rec[-97];DT(4,2,6)rec[-37]_rec[-96];DT(4,4,6)rec[-36]_rec[-95];DT(4,6,6)rec[-35]_rec[-94];DT(4,8,6)rec[-34]_rec[-93];DT(4,10,6)rec[-33]_rec[-92];DT(6,0,6)rec[-32]_rec[-91];DT(6,2,6)rec[-31]_rec[-90];DT(6,4,6)rec[-30]_rec[-89];DT(6,6,6)rec[-29]_rec[-88];DT(6,8,6)rec[-28]_rec[-87];DT(8,2,6)rec[-27]_rec[-86];DT(8,4,6)rec[-26]_rec[-85];DT(8,6,6)rec[-25]_rec[-84];DT(8,8,6)rec[-24]_rec[-83];DT(8,10,6)rec[-23]_rec[-82];DT(14,2,6)rec[-22]_rec[-81];DT(14,4,6)rec[-21]_rec[-80];DT(14,6,6)rec[-20]_rec[-79];DT(14,8,6)rec[-19]_rec[-78];DT(14,10,6)rec[-18]_rec[-77];DT(16,0,6)rec[-17]_rec[-76];DT(16,2,6)rec[-16]_rec[-75];DT(16,4,6)rec[-15]_rec[-74];DT(16,6,6)rec[-14]_rec[-73];DT(16,8,6)rec[-13]_rec[-72];DT(18,2,6)rec[-12]_rec[-71];DT(18,4,6)rec[-11]_rec[-70];DT(18,6,6)rec[-10]_rec[-69];DT(18,8,6)rec[-9]_rec[-68];DT(18,10,6)rec[-8]_rec[-67];DT(20,0,6)rec[-7]_rec[-66];DT(20,2,6)rec[-6]_rec[-65];DT(20,4,6)rec[-5]_rec[-64];DT(20,6,6)rec[-4]_rec[-63];DT(20,8,6)rec[-3]_rec[-62];DT(22,4,6)rec[-2]_rec[-61];DT(22,8,6)rec[-1]_rec[-60];TICK;M_52_53_54_55_56;MX_57_58_59_60_61;DT(11,1,7)rec[-10];DT(11,3,7)rec[-9];DT(11,5,7)rec[-8];DT(11,7,7)rec[-7];DT(11,9,7)rec[-6];DT(12,0,7)rec[-5]_rec[-64];DT(12,2,7)rec[-4]_rec[-63];DT(12,4,7)rec[-3]_rec[-62];DT(12,6,7)rec[-2]_rec[-61];DT(12,8,7)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2_3_4_5_6_12_13_14_15_16_22_23_24_25_26_32_33_34_35_36_42_43_44_45_46_47_48_49_50_51;MX_0_1_7_8_9_10_11_17_18_19_20_21_27_28_29_30_31_37_38_39_40_41_62_63_64_65_66_67_68_69_70_71_72_73_74_75_76_77_78_79_80_81_82_83_84_85_86_87_88_89_90_91_92_93_94_95_96_97_98_99_100_101_102_103_104_105_106_107_108;DT(10,0,8)rec[-74];DT(10,2,8)rec[-73];DT(10,4,8)rec[-72];DT(10,6,8)rec[-71];DT(10,8,8)rec[-70];DT(0,4,8)rec[-69]_rec[-97]_rec[-98];DT(0,4,9)rec[-69]_rec[-153];DT(0,8,8)rec[-68]_rec[-95]_rec[-96];DT(0,8,9)rec[-68]_rec[-152];DT(2,0,8)rec[-67]_rec[-151];DT(2,2,8)rec[-66]_rec[-93]_rec[-94]_rec[-98]_rec[-99];DT(2,2,9)rec[-66]_rec[-150];DT(2,4,8)rec[-65]_rec[-149];DT(2,6,8)rec[-64]_rec[-91]_rec[-92]_rec[-96]_rec[-97];DT(2,6,9)rec[-64]_rec[-148];DT(2,8,8)rec[-63]_rec[-147];DT(4,2,8)rec[-62]_rec[-146];DT(4,4,8)rec[-61]_rec[-87]_rec[-88]_rec[-92]_rec[-93];DT(4,4,9)rec[-61]_rec[-145];DT(4,6,8)rec[-60]_rec[-144];DT(4,8,8)rec[-59]_rec[-85]_rec[-86]_rec[-90]_rec[-91];DT(4,8,9)rec[-59]_rec[-143];DT(4,10,8)rec[-58]_rec[-142];DT(6,0,8)rec[-57]_rec[-141];DT(6,2,8)rec[-56]_rec[-140];DT(5,1,8)rec[-56]_rec[-83]_rec[-84]_rec[-88]_rec[-89];DT(6,4,8)rec[-55]_rec[-139];DT(6,6,8)rec[-54]_rec[-81]_rec[-82]_rec[-86]_rec[-87];DT(6,6,9)rec[-54]_rec[-138];DT(6,8,8)rec[-53]_rec[-137];DT(8,2,8)rec[-52]_rec[-136];DT(8,4,8)rec[-51]_rec[-77]_rec[-78]_rec[-82]_rec[-83];DT(8,4,9)rec[-51]_rec[-135];DT(8,6,8)rec[-50]_rec[-134];DT(8,8,8)rec[-49]_rec[-133];DT(7,7,8)rec[-49]_rec[-75]_rec[-76]_rec[-80]_rec[-81];DT(8,10,8)rec[-48]_rec[-132];DT(14,2,8)rec[-42]_rec[-131];DT(14,4,8)rec[-41]_rec[-130];DT(14,6,8)rec[-40]_rec[-129];DT(14,8,8)rec[-39]_rec[-128];DT(14,10,8)rec[-38]_rec[-127];DT(13,3,8)rec[-35]_rec[-36]_rec[-41]_rec[-45]_rec[-46];DT(13,7,8)rec[-33]_rec[-34]_rec[-39]_rec[-43]_rec[-44];DT(16,0,8)rec[-32]_rec[-126];DT(16,2,8)rec[-31]_rec[-125];DT(16,4,8)rec[-30]_rec[-124];DT(16,6,8)rec[-29]_rec[-123];DT(16,8,8)rec[-28]_rec[-122];DT(15,1,8)rec[-26]_rec[-27]_rec[-31]_rec[-36]_rec[-37];DT(15,5,8)rec[-24]_rec[-25]_rec[-29]_rec[-34]_rec[-35];DT(18,2,8)rec[-22]_rec[-121];DT(18,4,8)rec[-21]_rec[-120];DT(18,6,8)rec[-20]_rec[-119];DT(18,8,8)rec[-19]_rec[-118];DT(18,10,8)rec[-18]_rec[-117];DT(17,3,8)rec[-15]_rec[-16]_rec[-21]_rec[-25]_rec[-26];DT(17,7,8)rec[-13]_rec[-14]_rec[-19]_rec[-23]_rec[-24];DT(20,0,8)rec[-12]_rec[-116];DT(20,2,8)rec[-11]_rec[-115];DT(20,4,8)rec[-10]_rec[-114];DT(20,6,8)rec[-9]_rec[-113];DT(20,8,8)rec[-8]_rec[-112];DT(19,1,8)rec[-6]_rec[-7]_rec[-11]_rec[-16]_rec[-17];DT(19,5,8)rec[-4]_rec[-5]_rec[-9]_rec[-14]_rec[-15];DT(21,3,8)rec[-2]_rec[-5]_rec[-6];DT(22,4,8)rec[-2]_rec[-111];DT(22,8,8)rec[-1]_rec[-110];DT(21,7,8)rec[-1]_rec[-3]_rec[-4];OI(0)rec[-5]_rec[-15]_rec[-25]_rec[-35]_rec[-45]_rec[-77]_rec[-82]_rec[-87]_rec[-92]_rec[-97];TICK;M_52_53_54_55_56;MX_57_58_59_60_61;DT(11,1,10)rec[-10];DT(11,3,10)rec[-9];DT(11,5,10)rec[-8];DT(11,7,10)rec[-7];DT(11,9,10)rec[-6];DT(12,0,10)rec[-5]_rec[-114];DT(13,1,10)rec[-4]_rec[-56]_rec[-57]_rec[-88]_rec[-89];DT(12,2,10)rec[-4]_rec[-113];DT(12,4,10)rec[-3]_rec[-112];DT(13,5,10)rec[-2]_rec[-54]_rec[-55]_rec[-86]_rec[-87];DT(12,6,10)rec[-2]_rec[-111];DT(12,8,10)rec[-1]_rec[-110]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977167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(0,0)0;Q(0,2)1;Q(0,4)2;Q(0,6)3;Q(0,8)4;Q(0,10)5;Q(1,1)6;Q(1,3)7;Q(1,5)8;Q(1,7)9;Q(1,9)10;Q(2,0)11;Q(2,2)12;Q(2,4)13;Q(2,6)14;Q(2,8)15;Q(2,10)16;Q(3,1)17;Q(3,3)18;Q(3,5)19;Q(3,7)20;Q(3,9)21;Q(4,0)22;Q(4,2)23;Q(4,4)24;Q(4,6)25;Q(4,8)26;Q(4,10)27;Q(5,1)28;Q(5,3)29;Q(5,5)30;Q(5,7)31;Q(5,9)32;Q(6,0)33;Q(6,2)34;Q(6,4)35;Q(6,6)36;Q(6,8)37;Q(6,10)38;Q(7,1)39;Q(7,3)40;Q(7,5)41;Q(7,7)42;Q(7,9)43;Q(8,0)44;Q(8,2)45;Q(8,4)46;Q(8,6)47;Q(8,8)48;Q(8,10)49;Q(9,1)50;Q(9,3)51;Q(9,5)52;Q(9,7)53;Q(9,9)54;Q(10,0)55;Q(10,2)56;Q(10,4)57;Q(10,6)58;Q(10,8)59;Q(10,10)60;Q(11,1)61;Q(11,3)62;Q(11,5)63;Q(11,7)64;Q(11,9)65;Q(12,0)66;Q(12,2)67;Q(12,4)68;Q(12,6)69;Q(12,8)70;Q(12,10)71;Q(13,1)72;Q(13,3)73;Q(13,5)74;Q(13,7)75;Q(13,9)76;Q(14,0)77;Q(14,2)78;Q(14,4)79;Q(14,6)80;Q(14,8)81;Q(14,10)82;Q(15,1)83;Q(15,3)84;Q(15,5)85;Q(15,7)86;Q(15,9)87;Q(16,0)88;Q(16,2)89;Q(16,4)90;Q(16,6)91;Q(16,8)92;Q(16,10)93;Q(17,1)94;Q(17,3)95;Q(17,5)96;Q(17,7)97;Q(17,9)98;Q(18,0)99;Q(18,2)100;Q(18,4)101;Q(18,6)102;Q(18,8)103;Q(18,10)104;Q(19,1)105;Q(19,3)106;Q(19,5)107;Q(19,7)108;Q(19,9)109;Q(20,0)110;Q(20,2)111;Q(20,4)112;Q(20,6)113;Q(20,8)114;Q(20,10)115;Q(21,1)116;Q(21,3)117;Q(21,5)118;Q(21,7)119;Q(21,9)120;Q(22,0)121;Q(22,2)122;Q(22,4)123;Q(22,6)124;Q(22,8)125;Q(22,10)126;RX_2_4_11_12_13_14_15_23_24_25_26_27_33_34_35_36_37_45_46_47_48_49_56_58_66_68_70_72_73_74_75_76_78_79_80_81_82_83_84_85_86_87_88_89_90_91_92_94_95_96_97_98_100_101_102_103_104_105_106_107_108_109_110_111_112_113_114_116_117_118_119_120_123_125;R_6_7_8_9_10_17_18_19_20_21_28_29_30_31_32_39_40_41_42_43_50_51_52_53_54_55_57_59_61_62_63_64_65_67_69;X_ERROR(0.001)6_7_8_9_10_17_18_19_20_21_28_29_30_31_32_39_40_41_42_43_50_51_52_53_54_55_57_59_61_62_63_64_65_67_69;Z_ERROR(0.001)2_4_11_12_13_14_15_23_24_25_26_27_33_34_35_36_37_45_46_47_48_49_56_58_66_68_70_72_73_74_75_76_78_79_80_81_82_83_84_85_86_87_88_89_90_91_92_94_95_96_97_98_100_101_102_103_104_105_106_107_108_109_110_111_112_113_114_116_117_118_119_120_123_125;DEPOLARIZE1(0.001)0_1_3_5_16_22_38_44_60_71_77_93_99_115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72_73_74_75_76_78_79_80_81_82_83_84_85_86_87_88_89_90_91_92_94_95_96_97_98_100_101_102_103_104_105_106_107_108_109_110_111_112_113_114_116_117_118_119_120_123_125;M(0.001)6_7_8_9_10_17_18_19_20_21_28_29_30_31_32_39_40_41_42_43_50_51_52_53_54_56_58_61_62_63_64_65_66_68_70;DT(2,6,0)rec[-320];DT(18,4,0)rec[-287];DT(14,8,0)rec[-295];DT(4,8,0)rec[-315];DT(16,2,0)rec[-292];DT(0,4,0)rec[-325];DT(18,8,0)rec[-285];DT(8,4,0)rec[-307];DT(2,2,0)rec[-322];DT(22,4,0)rec[-278];DT(20,6,0)rec[-280];DT(14,4,0)rec[-297];DT(20,2,0)rec[-282];DT(16,6,0)rec[-290];DT(22,8,0)rec[-277];DT(8,8,0)rec[-305];DT(6,6,0)rec[-310];DT(0,8,0)rec[-324];DT(4,4,0)rec[-317];DT(6,2,0)rec[-312];DT(4,10,1)rec[-314]_rec[-260];DT(8,10,1)rec[-304]_rec[-250];DT(14,10,1)rec[-294]_rec[-240];DT(18,10,1)rec[-284]_rec[-230];DT(0,8,1)rec[-324]_rec[-270];DT(2,8,1)rec[-319]_rec[-265];DT(4,8,1)rec[-315]_rec[-261];DT(6,8,1)rec[-309]_rec[-255];DT(8,8,1)rec[-305]_rec[-251];DT(14,8,1)rec[-295]_rec[-241];DT(16,8,1)rec[-289]_rec[-235];DT(18,8,1)rec[-285]_rec[-231];DT(20,8,1)rec[-279]_rec[-225];DT(22,8,1)rec[-277]_rec[-223];DT(14,4,1)rec[-297]_rec[-243];DT(16,4,1)rec[-291]_rec[-237];DT(16,0,1)rec[-293]_rec[-239];DT(20,0,1)rec[-283]_rec[-229];DT(6,0,1)rec[-313]_rec[-259];DT(2,0,1)rec[-323]_rec[-269];DT(2,2,1)rec[-322]_rec[-268];DT(4,2,1)rec[-318]_rec[-264];DT(6,2,1)rec[-312]_rec[-258];DT(8,2,1)rec[-308]_rec[-254];DT(20,4,1)rec[-281]_rec[-227];DT(22,4,1)rec[-278]_rec[-224];DT(2,6,1)rec[-320]_rec[-266];DT(4,6,1)rec[-316]_rec[-262];DT(6,6,1)rec[-310]_rec[-256];DT(8,6,1)rec[-306]_rec[-252];DT(14,6,1)rec[-296]_rec[-242];DT(16,6,1)rec[-290]_rec[-236];DT(18,6,1)rec[-286]_rec[-232];DT(20,6,1)rec[-280]_rec[-226];DT(14,2,1)rec[-298]_rec[-244];DT(16,2,1)rec[-292]_rec[-238];DT(18,2,1)rec[-288]_rec[-234];DT(20,2,1)rec[-282]_rec[-228];DT(0,4,1)rec[-325]_rec[-271];DT(2,4,1)rec[-321]_rec[-267];DT(4,4,1)rec[-317]_rec[-263];DT(6,4,1)rec[-311]_rec[-257];DT(8,4,1)rec[-307]_rec[-253];DT(18,4,1)rec[-287]_rec[-233];DT(4,10,2)rec[-260]_rec[-206];DT(8,10,2)rec[-250]_rec[-196];DT(14,10,2)rec[-240]_rec[-186];DT(18,10,2)rec[-230]_rec[-176];DT(0,8,2)rec[-270]_rec[-216];DT(2,8,2)rec[-265]_rec[-211];DT(4,8,2)rec[-261]_rec[-207];DT(6,8,2)rec[-255]_rec[-201];DT(8,8,2)rec[-251]_rec[-197];DT(14,8,2)rec[-241]_rec[-187];DT(16,8,2)rec[-235]_rec[-181];DT(18,8,2)rec[-231]_rec[-177];DT(20,8,2)rec[-225]_rec[-171];DT(22,8,2)rec[-223]_rec[-169];DT(14,4,2)rec[-243]_rec[-189];DT(16,4,2)rec[-237]_rec[-183];DT(16,0,2)rec[-239]_rec[-185];DT(20,0,2)rec[-229]_rec[-175];DT(6,0,2)rec[-259]_rec[-205];DT(2,0,2)rec[-269]_rec[-215];DT(2,2,2)rec[-268]_rec[-214];DT(4,2,2)rec[-264]_rec[-210];DT(6,2,2)rec[-258]_rec[-204];DT(8,2,2)rec[-254]_rec[-200];DT(20,4,2)rec[-227]_rec[-173];DT(22,4,2)rec[-224]_rec[-170];DT(2,6,2)rec[-266]_rec[-212];DT(4,6,2)rec[-262]_rec[-208];DT(6,6,2)rec[-256]_rec[-202];DT(8,6,2)rec[-252]_rec[-198];DT(14,6,2)rec[-242]_rec[-188];DT(16,6,2)rec[-236]_rec[-182];DT(18,6,2)rec[-232]_rec[-178];DT(20,6,2)rec[-226]_rec[-172];DT(14,2,2)rec[-244]_rec[-190];DT(16,2,2)rec[-238]_rec[-184];DT(18,2,2)rec[-234]_rec[-180];DT(20,2,2)rec[-228]_rec[-174];DT(0,4,2)rec[-271]_rec[-217];DT(2,4,2)rec[-267]_rec[-213];DT(4,4,2)rec[-263]_rec[-209];DT(6,4,2)rec[-257]_rec[-203];DT(8,4,2)rec[-253]_rec[-199];DT(18,4,2)rec[-233]_rec[-179];DT(4,10,3)rec[-206]_rec[-152];DT(8,10,3)rec[-196]_rec[-142];DT(14,10,3)rec[-186]_rec[-132];DT(18,10,3)rec[-176]_rec[-122];DT(0,8,3)rec[-216]_rec[-162];DT(2,8,3)rec[-211]_rec[-157];DT(4,8,3)rec[-207]_rec[-153];DT(6,8,3)rec[-201]_rec[-147];DT(8,8,3)rec[-197]_rec[-143];DT(14,8,3)rec[-187]_rec[-133];DT(16,8,3)rec[-181]_rec[-127];DT(18,8,3)rec[-177]_rec[-123];DT(20,8,3)rec[-171]_rec[-117];DT(22,8,3)rec[-169]_rec[-115];DT(14,4,3)rec[-189]_rec[-135];DT(16,4,3)rec[-183]_rec[-129];DT(16,0,3)rec[-185]_rec[-131];DT(20,0,3)rec[-175]_rec[-121];DT(6,0,3)rec[-205]_rec[-151];DT(2,0,3)rec[-215]_rec[-161];DT(2,2,3)rec[-214]_rec[-160];DT(4,2,3)rec[-210]_rec[-156];DT(6,2,3)rec[-204]_rec[-150];DT(8,2,3)rec[-200]_rec[-146];DT(20,4,3)rec[-173]_rec[-119];DT(22,4,3)rec[-170]_rec[-116];DT(2,6,3)rec[-212]_rec[-158];DT(4,6,3)rec[-208]_rec[-154];DT(6,6,3)rec[-202]_rec[-148];DT(8,6,3)rec[-198]_rec[-144];DT(14,6,3)rec[-188]_rec[-134];DT(16,6,3)rec[-182]_rec[-128];DT(18,6,3)rec[-178]_rec[-124];DT(20,6,3)rec[-172]_rec[-118];DT(14,2,3)rec[-190]_rec[-136];DT(16,2,3)rec[-184]_rec[-130];DT(18,2,3)rec[-180]_rec[-126];DT(20,2,3)rec[-174]_rec[-120];DT(0,4,3)rec[-217]_rec[-163];DT(2,4,3)rec[-213]_rec[-159];DT(4,4,3)rec[-209]_rec[-155];DT(6,4,3)rec[-203]_rec[-149];DT(8,4,3)rec[-199]_rec[-145];DT(18,4,3)rec[-179]_rec[-125];DT(18,8,4)rec[-123]_rec[-54];DT(20,8,4)rec[-117]_rec[-43];DT(22,8,4)rec[-115]_rec[-36];DT(4,10,4)rec[-152]_rec[-98];DT(8,10,4)rec[-142]_rec[-88];DT(14,10,4)rec[-132]_rec[-73];DT(18,10,4)rec[-122]_rec[-53];DT(4,4,4)rec[-101]_rec[-29]_rec[-28]_rec[-24]_rec[-23];DT(6,6,4)rec[-94]_rec[-23]_rec[-22]_rec[-18]_rec[-17];DT(16,6,4)rec[-70]_rec[-69]_rec[-64]_rec[-60]_rec[-59];DT(8,8,4)rec[-89]_rec[-17]_rec[-16]_rec[-12]_rec[-11];DT(2,2,4)rec[-106]_rec[-35]_rec[-34]_rec[-30]_rec[-29];DT(0,4,4)rec[-109]_rec[-34]_rec[-33];DT(4,8,4)rec[-99]_rec[-27]_rec[-26]_rec[-22]_rec[-21];DT(18,8,4)rec[-59]_rec[-58]_rec[-54]_rec[-49]_rec[-48];DT(2,6,4)rec[-104]_rec[-33]_rec[-32]_rec[-28]_rec[-27];DT(20,6,4)rec[-50]_rec[-49]_rec[-44]_rec[-40]_rec[-39];DT(0,8,4)rec[-108]_rec[-32]_rec[-31];DT(22,8,4)rec[-39]_rec[-38]_rec[-36];DT(14,4,4)rec[-81]_rec[-80]_rec[-76]_rec[-71]_rec[-70];DT(18,6,4)rec[-124]_rec[-55];DT(20,6,4)rec[-118]_rec[-44];DT(0,8,4)rec[-162]_rec[-108];DT(2,8,4)rec[-157]_rec[-103];DT(4,8,4)rec[-153]_rec[-99];DT(6,8,4)rec[-147]_rec[-93];DT(8,8,4)rec[-143]_rec[-89];DT(14,8,4)rec[-79]_rec[-78]_rec[-74]_rec[-69]_rec[-68];DT(14,8,4)rec[-133]_rec[-74];DT(16,8,4)rec[-127]_rec[-63];DT(16,2,4)rec[-72]_rec[-71]_rec[-66]_rec[-62]_rec[-61];DT(2,4,4)rec[-159]_rec[-105];DT(16,0,4)rec[-131]_rec[-67];DT(20,0,4)rec[-121]_rec[-47];DT(6,0,4)rec[-151]_rec[-97];DT(2,0,4)rec[-161]_rec[-107];DT(2,2,4)rec[-160]_rec[-106];DT(4,2,4)rec[-156]_rec[-102];DT(6,2,4)rec[-150]_rec[-96];DT(8,2,4)rec[-146]_rec[-92];DT(6,2,4)rec[-96]_rec[-25]_rec[-24]_rec[-20]_rec[-19];DT(20,2,4)rec[-52]_rec[-51]_rec[-46]_rec[-42]_rec[-41];DT(18,4,4)rec[-125]_rec[-56];DT(20,4,4)rec[-119]_rec[-45];DT(22,4,4)rec[-41]_rec[-40]_rec[-37];DT(22,4,4)rec[-116]_rec[-37];DT(2,6,4)rec[-158]_rec[-104];DT(4,6,4)rec[-154]_rec[-100];DT(6,6,4)rec[-148]_rec[-94];DT(8,6,4)rec[-144]_rec[-90];DT(14,6,4)rec[-134]_rec[-75];DT(16,6,4)rec[-128]_rec[-64];DT(8,4,4)rec[-91]_rec[-19]_rec[-18]_rec[-14]_rec[-13];DT(14,2,4)rec[-136]_rec[-77];DT(16,2,4)rec[-130]_rec[-66];DT(18,2,4)rec[-126]_rec[-57];DT(20,2,4)rec[-120]_rec[-46];DT(0,4,4)rec[-163]_rec[-109];DT(4,4,4)rec[-155]_rec[-101];DT(6,4,4)rec[-149]_rec[-95];DT(8,4,4)rec[-145]_rec[-91];DT(14,4,4)rec[-135]_rec[-76];DT(16,4,4)rec[-129]_rec[-65];DT(18,4,4)rec[-61]_rec[-60]_rec[-56]_rec[-51]_rec[-50];DT(10,2,0)rec[-276];DT(10,6,0)rec[-275];DT(12,0,0)rec[-274];DT(12,4,0)rec[-273];DT(12,8,0)rec[-272];DT(10,2,0)rec[-222];DT(10,6,0)rec[-221];DT(12,0,0)rec[-220];DT(12,4,0)rec[-219];DT(12,8,0)rec[-218];DT(10,2,0)rec[-168];DT(10,6,0)rec[-167];DT(12,0,0)rec[-166];DT(12,4,0)rec[-165];DT(12,8,0)rec[-164];DT(10,2,0)rec[-114];DT(10,6,0)rec[-113];DT(12,0,0)rec[-112];DT(12,4,0)rec[-111];DT(12,8,0)rec[-110];DT(10,2,0)rec[-10];DT(10,6,0)rec[-9];DT(11,1,0)rec[-8];DT(11,3,0)rec[-7];DT(11,5,0)rec[-6];DT(11,7,0)rec[-5];DT(11,9,0)rec[-4];DT(12,0,0)rec[-3];DT(12,4,0)rec[-2];DT(12,8,0)rec[-1];DT(10,0,0)rec[-303]_rec[-249];DT(10,0,0)rec[-249]_rec[-195];DT(10,0,0)rec[-195]_rec[-141];DT(10,0,0)rec[-141]_rec[-87];DT(10,4,0)rec[-302]_rec[-248];DT(10,4,0)rec[-248]_rec[-194];DT(10,4,0)rec[-194]_rec[-140];DT(10,4,0)rec[-140]_rec[-86];DT(10,8,0)rec[-301]_rec[-247];DT(10,8,0)rec[-247]_rec[-193];DT(10,8,0)rec[-193]_rec[-139];DT(10,8,0)rec[-139]_rec[-85];DT(12,2,0)rec[-300];DT(12,2,0)rec[-300]_rec[-246];DT(12,2,0)rec[-246]_rec[-192];DT(12,2,0)rec[-192]_rec[-138];DT(12,2,0)rec[-138]_rec[-84];DT(12,6,0)rec[-299];DT(12,6,0)rec[-299]_rec[-245];DT(12,6,0)rec[-245]_rec[-191];DT(12,6,0)rec[-191]_rec[-137];DT(12,6,0)rec[-137]_rec[-83];OI(0)rec[-80]_rec[-70]_rec[-60]_rec[-50]_rec[-40]_rec[-33]_rec[-28]_rec[-23]_rec[-18]_rec[-13];DT(12,2,0)rec[-84]_rec[-15]_rec[-14]_rec[-82]_rec[-81];DT(12,6,0)rec[-83]_rec[-13]_rec[-12]_rec[-80]_rec[-79];DEPOLARIZE1(0.001)0_1_3_5_16_22_38_44_60_71_77_93_99_115_121_122_124_126_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(0,2)0;Q(0,6)1;Q(0,10)2;Q(0,12)3;Q(0,16)4;Q(0,20)5;Q(1,1)6;Q(1,3)7;Q(1,5)8;Q(1,7)9;Q(1,9)10;Q(1,11)11;Q(1,13)12;Q(1,15)13;Q(1,17)14;Q(1,19)15;Q(1,21)16;Q(2,2)17;Q(2,4)18;Q(2,6)19;Q(2,8)20;Q(2,10)21;Q(2,12)22;Q(2,14)23;Q(2,16)24;Q(2,18)25;Q(2,20)26;Q(3,1)27;Q(3,3)28;Q(3,5)29;Q(3,7)30;Q(3,9)31;Q(3,11)32;Q(3,13)33;Q(3,15)34;Q(3,17)35;Q(3,19)36;Q(3,21)37;Q(4,0)38;Q(4,2)39;Q(4,4)40;Q(4,6)41;Q(4,8)42;Q(4,10)43;Q(4,12)44;Q(4,14)45;Q(4,16)46;Q(4,18)47;Q(4,20)48;Q(4,22)49;Q(5,1)50;Q(5,3)51;Q(5,5)52;Q(5,7)53;Q(5,9)54;Q(5,11)55;Q(5,13)56;Q(5,15)57;Q(5,17)58;Q(5,19)59;Q(5,21)60;Q(6,2)61;Q(6,4)62;Q(6,6)63;Q(6,8)64;Q(6,10)65;Q(6,12)66;Q(6,14)67;Q(6,16)68;Q(6,18)69;Q(6,20)70;Q(7,1)71;Q(7,3)72;Q(7,5)73;Q(7,7)74;Q(7,9)75;Q(7,11)76;Q(7,13)77;Q(7,15)78;Q(7,17)79;Q(7,19)80;Q(7,21)81;Q(8,0)82;Q(8,2)83;Q(8,4)84;Q(8,6)85;Q(8,8)86;Q(8,10)87;Q(8,12)88;Q(8,14)89;Q(8,16)90;Q(8,18)91;Q(8,20)92;Q(8,22)93;Q(9,1)94;Q(9,3)95;Q(9,5)96;Q(9,7)97;Q(9,9)98;Q(9,11)99;Q(9,13)100;Q(9,15)101;Q(9,17)102;Q(9,19)103;Q(9,21)104;Q(10,4)105;Q(10,8)106;Q(10,14)107;Q(10,18)108;R_2_6_7_8_9_10_11_22_27_28_29_30_31_32_43_50_51_52_53_54_55_66_71_72_73_74_75_76_87_94_95_96_97_98_99;RX_0_1_3_4_5_12_13_14_15_16_17_18_19_20_21_23_24_25_26_33_34_35_36_37_38_39_40_41_42_44_45_46_47_48_49_56_57_58_59_60_61_62_63_64_65_67_68_69_70_77_78_79_80_81_82_83_84_85_86_88_89_90_91_92_93_100_101_102_103_104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(0,12,0)rec[-54];DT(2,10,0)rec[-53];DT(4,12,0)rec[-52];DT(6,10,0)rec[-51];DT(8,12,0)rec[-50];DT(2,2,0)rec[-44];DT(2,6,0)rec[-42];DT(2,12,0)rec[-40];DT(2,16,0)rec[-38];DT(2,20,0)rec[-36];DT(4,0,0)rec[-35];DT(4,4,0)rec[-33];DT(4,8,0)rec[-31];DT(4,14,0)rec[-29];DT(4,18,0)rec[-27];DT(4,22,0)rec[-25];DT(6,2,0)rec[-24];DT(6,6,0)rec[-22];DT(6,12,0)rec[-20];DT(6,16,0)rec[-18];DT(6,20,0)rec[-16];DT(8,0,0)rec[-15];DT(8,4,0)rec[-13];DT(8,8,0)rec[-11];DT(8,14,0)rec[-9];DT(8,18,0)rec[-7];DT(8,22,0)rec[-5]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(0,12,1)rec[-54];DT(2,10,1)rec[-53];DT(4,12,1)rec[-52];DT(6,10,1)rec[-51];DT(8,12,1)rec[-50];DT(0,2,1)rec[-49]_rec[-103];DT(0,6,1)rec[-48]_rec[-102];DT(0,10,1)rec[-47]_rec[-101];DT(0,16,1)rec[-46]_rec[-100];DT(0,20,1)rec[-45]_rec[-99];DT(2,2,1)rec[-44]_rec[-98];DT(2,4,1)rec[-43]_rec[-97];DT(2,6,1)rec[-42]_rec[-96];DT(2,8,1)rec[-41]_rec[-95];DT(2,12,1)rec[-40]_rec[-94];DT(2,14,1)rec[-39]_rec[-93];DT(2,16,1)rec[-38]_rec[-92];DT(2,18,1)rec[-37]_rec[-91];DT(2,20,1)rec[-36]_rec[-90];DT(4,0,1)rec[-35]_rec[-89];DT(4,2,1)rec[-34]_rec[-88];DT(4,4,1)rec[-33]_rec[-87];DT(4,6,1)rec[-32]_rec[-86];DT(4,8,1)rec[-31]_rec[-85];DT(4,10,1)rec[-30]_rec[-84];DT(4,14,1)rec[-29]_rec[-83];DT(4,16,1)rec[-28]_rec[-82];DT(4,18,1)rec[-27]_rec[-81];DT(4,20,1)rec[-26]_rec[-80];DT(4,22,1)rec[-25]_rec[-79];DT(6,2,1)rec[-24]_rec[-78];DT(6,4,1)rec[-23]_rec[-77];DT(6,6,1)rec[-22]_rec[-76];DT(6,8,1)rec[-21]_rec[-75];DT(6,12,1)rec[-20]_rec[-74];DT(6,14,1)rec[-19]_rec[-73];DT(6,16,1)rec[-18]_rec[-72];DT(6,18,1)rec[-17]_rec[-71];DT(6,20,1)rec[-16]_rec[-70];DT(8,0,1)rec[-15]_rec[-69];DT(8,2,1)rec[-14]_rec[-68];DT(8,4,1)rec[-13]_rec[-67];DT(8,6,1)rec[-12]_rec[-66];DT(8,8,1)rec[-11]_rec[-65];DT(8,10,1)rec[-10]_rec[-64];DT(8,14,1)rec[-9]_rec[-63];DT(8,16,1)rec[-8]_rec[-62];DT(8,18,1)rec[-7]_rec[-61];DT(8,20,1)rec[-6]_rec[-60];DT(8,22,1)rec[-5]_rec[-59];DT(10,4,1)rec[-4]_rec[-58];DT(10,8,1)rec[-3]_rec[-57];DT(10,14,1)rec[-2]_rec[-56];DT(10,18,1)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(0,12,2)rec[-54];DT(2,10,2)rec[-53];DT(4,12,2)rec[-52];DT(6,10,2)rec[-51];DT(8,12,2)rec[-50];DT(0,2,2)rec[-49]_rec[-103];DT(0,6,2)rec[-48]_rec[-102];DT(0,10,2)rec[-47]_rec[-101];DT(0,16,2)rec[-46]_rec[-100];DT(0,20,2)rec[-45]_rec[-99];DT(2,2,2)rec[-44]_rec[-98];DT(2,4,2)rec[-43]_rec[-97];DT(2,6,2)rec[-42]_rec[-96];DT(2,8,2)rec[-41]_rec[-95];DT(2,12,2)rec[-40]_rec[-94];DT(2,14,2)rec[-39]_rec[-93];DT(2,16,2)rec[-38]_rec[-92];DT(2,18,2)rec[-37]_rec[-91];DT(2,20,2)rec[-36]_rec[-90];DT(4,0,2)rec[-35]_rec[-89];DT(4,2,2)rec[-34]_rec[-88];DT(4,4,2)rec[-33]_rec[-87];DT(4,6,2)rec[-32]_rec[-86];DT(4,8,2)rec[-31]_rec[-85];DT(4,10,2)rec[-30]_rec[-84];DT(4,14,2)rec[-29]_rec[-83];DT(4,16,2)rec[-28]_rec[-82];DT(4,18,2)rec[-27]_rec[-81];DT(4,20,2)rec[-26]_rec[-80];DT(4,22,2)rec[-25]_rec[-79];DT(6,2,2)rec[-24]_rec[-78];DT(6,4,2)rec[-23]_rec[-77];DT(6,6,2)rec[-22]_rec[-76];DT(6,8,2)rec[-21]_rec[-75];DT(6,12,2)rec[-20]_rec[-74];DT(6,14,2)rec[-19]_rec[-73];DT(6,16,2)rec[-18]_rec[-72];DT(6,18,2)rec[-17]_rec[-71];DT(6,20,2)rec[-16]_rec[-70];DT(8,0,2)rec[-15]_rec[-69];DT(8,2,2)rec[-14]_rec[-68];DT(8,4,2)rec[-13]_rec[-67];DT(8,6,2)rec[-12]_rec[-66];DT(8,8,2)rec[-11]_rec[-65];DT(8,10,2)rec[-10]_rec[-64];DT(8,14,2)rec[-9]_rec[-63];DT(8,16,2)rec[-8]_rec[-62];DT(8,18,2)rec[-7]_rec[-61];DT(8,20,2)rec[-6]_rec[-60];DT(8,22,2)rec[-5]_rec[-59];DT(10,4,2)rec[-4]_rec[-58];DT(10,8,2)rec[-3]_rec[-57];DT(10,14,2)rec[-2]_rec[-56];DT(10,18,2)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(0,12,3)rec[-54];DT(2,10,3)rec[-53];DT(4,12,3)rec[-52];DT(6,10,3)rec[-51];DT(8,12,3)rec[-50];DT(0,2,3)rec[-49]_rec[-103];DT(0,6,3)rec[-48]_rec[-102];DT(0,10,3)rec[-47]_rec[-101];DT(0,16,3)rec[-46]_rec[-100];DT(0,20,3)rec[-45]_rec[-99];DT(2,2,3)rec[-44]_rec[-98];DT(2,4,3)rec[-43]_rec[-97];DT(2,6,3)rec[-42]_rec[-96];DT(2,8,3)rec[-41]_rec[-95];DT(2,12,3)rec[-40]_rec[-94];DT(2,14,3)rec[-39]_rec[-93];DT(2,16,3)rec[-38]_rec[-92];DT(2,18,3)rec[-37]_rec[-91];DT(2,20,3)rec[-36]_rec[-90];DT(4,0,3)rec[-35]_rec[-89];DT(4,2,3)rec[-34]_rec[-88];DT(4,4,3)rec[-33]_rec[-87];DT(4,6,3)rec[-32]_rec[-86];DT(4,8,3)rec[-31]_rec[-85];DT(4,10,3)rec[-30]_rec[-84];DT(4,14,3)rec[-29]_rec[-83];DT(4,16,3)rec[-28]_rec[-82];DT(4,18,3)rec[-27]_rec[-81];DT(4,20,3)rec[-26]_rec[-80];DT(4,22,3)rec[-25]_rec[-79];DT(6,2,3)rec[-24]_rec[-78];DT(6,4,3)rec[-23]_rec[-77];DT(6,6,3)rec[-22]_rec[-76];DT(6,8,3)rec[-21]_rec[-75];DT(6,12,3)rec[-20]_rec[-74];DT(6,14,3)rec[-19]_rec[-73];DT(6,16,3)rec[-18]_rec[-72];DT(6,18,3)rec[-17]_rec[-71];DT(6,20,3)rec[-16]_rec[-70];DT(8,0,3)rec[-15]_rec[-69];DT(8,2,3)rec[-14]_rec[-68];DT(8,4,3)rec[-13]_rec[-67];DT(8,6,3)rec[-12]_rec[-66];DT(8,8,3)rec[-11]_rec[-65];DT(8,10,3)rec[-10]_rec[-64];DT(8,14,3)rec[-9]_rec[-63];DT(8,16,3)rec[-8]_rec[-62];DT(8,18,3)rec[-7]_rec[-61];DT(8,20,3)rec[-6]_rec[-60];DT(8,22,3)rec[-5]_rec[-59];DT(10,4,3)rec[-4]_rec[-58];DT(10,8,3)rec[-3]_rec[-57];DT(10,14,3)rec[-2]_rec[-56];DT(10,18,3)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6_7_8_9_10_11_21_27_28_29_30_31_32_44_50_51_52_53_54_55_65_71_72_73_74_75_76_88_94_95_96_97_98_99;MX_0_1_2_4_5_12_13_14_15_16_17_18_19_20_22_23_24_25_26_33_34_35_36_37_38_39_40_41_42_43_45_46_47_48_49_56_57_58_59_60_61_62_63_64_66_67_68_69_70_77_78_79_80_81_82_83_84_85_86_87_89_90_91_92_93_100_101_102_103_104_105_106_107_108;DT(0,12,4)rec[-109];DT(1,11,4)rec[-103];DT(2,10,4)rec[-102];DT(3,11,4)rec[-96];DT(4,12,4)rec[-95];DT(5,11,4)rec[-89];DT(6,10,4)rec[-88];DT(7,11,4)rec[-82];DT(8,12,4)rec[-81];DT(9,11,4)rec[-75];DT(0,2,4)rec[-74]_rec[-158];DT(0,6,4)rec[-73]_rec[-157];DT(0,10,4)rec[-72]_rec[-156];DT(0,16,4)rec[-71]_rec[-155];DT(0,20,4)rec[-70]_rec[-154];DT(2,2,4)rec[-64]_rec[-100]_rec[-101]_rec[-107]_rec[-108];DT(2,2,5)rec[-64]_rec[-153];DT(2,4,4)rec[-63]_rec[-152];DT(2,6,4)rec[-62]_rec[-98]_rec[-99]_rec[-105]_rec[-106];DT(2,6,5)rec[-62]_rec[-151];DT(2,8,4)rec[-61]_rec[-150];DT(2,12,4)rec[-60]_rec[-149];DT(2,14,4)rec[-59]_rec[-148];DT(2,16,4)rec[-58]_rec[-147];DT(2,18,4)rec[-57]_rec[-146];DT(2,20,4)rec[-56]_rec[-145];DT(1,9,4)rec[-55]_rec[-60]_rec[-69]_rec[-97]_rec[-104];DT(1,15,4)rec[-53]_rec[-54]_rec[-58]_rec[-67]_rec[-68];DT(1,19,4)rec[-51]_rec[-52]_rec[-56]_rec[-65]_rec[-66];DT(4,0,4)rec[-50]_rec[-144];DT(3,1,4)rec[-50]_rec[-94]_rec[-101];DT(4,2,4)rec[-49]_rec[-143];DT(4,4,4)rec[-48]_rec[-92]_rec[-93]_rec[-99]_rec[-100];DT(4,4,5)rec[-48]_rec[-142];DT(4,6,4)rec[-47]_rec[-141];DT(4,8,4)rec[-46]_rec[-90]_rec[-91]_rec[-97]_rec[-98];DT(4,8,5)rec[-46]_rec[-140];DT(4,10,4)rec[-45]_rec[-139];DT(4,14,4)rec[-44]_rec[-138];DT(4,16,4)rec[-43]_rec[-137];DT(4,18,4)rec[-42]_rec[-136];DT(4,20,4)rec[-41]_rec[-135];DT(4,22,4)rec[-40]_rec[-134];DT(3,13,4)rec[-38]_rec[-39]_rec[-44]_rec[-54]_rec[-55];DT(3,17,4)rec[-36]_rec[-37]_rec[-42]_rec[-52]_rec[-53];DT(3,21,4)rec[-35]_rec[-40]_rec[-51];DT(6,2,4)rec[-34]_rec[-133];DT(5,1,4)rec[-34]_rec[-86]_rec[-87]_rec[-93]_rec[-94];DT(6,4,4)rec[-33]_rec[-132];DT(6,6,4)rec[-32]_rec[-84]_rec[-85]_rec[-91]_rec[-92];DT(6,6,5)rec[-32]_rec[-131];DT(6,8,4)rec[-31]_rec[-130];DT(6,12,4)rec[-30]_rec[-129];DT(6,14,4)rec[-29]_rec[-128];DT(6,16,4)rec[-28]_rec[-127];DT(6,18,4)rec[-27]_rec[-126];DT(6,20,4)rec[-26]_rec[-125];DT(5,9,4)rec[-25]_rec[-30]_rec[-39]_rec[-83]_rec[-90];DT(5,15,4)rec[-23]_rec[-24]_rec[-28]_rec[-37]_rec[-38];DT(5,19,4)rec[-21]_rec[-22]_rec[-26]_rec[-35]_rec[-36];DT(8,0,4)rec[-20]_rec[-80]_rec[-87];DT(8,0,5)rec[-20]_rec[-124];DT(8,2,4)rec[-19]_rec[-123];DT(8,4,4)rec[-18]_rec[-78]_rec[-79]_rec[-85]_rec[-86];DT(8,4,5)rec[-18]_rec[-122];DT(8,6,4)rec[-17]_rec[-121];DT(8,8,4)rec[-16]_rec[-76]_rec[-77]_rec[-83]_rec[-84];DT(8,8,5)rec[-16]_rec[-120];DT(8,10,4)rec[-15]_rec[-119];DT(8,14,4)rec[-14]_rec[-118];DT(8,16,4)rec[-13]_rec[-117];DT(8,18,4)rec[-12]_rec[-116];DT(8,20,4)rec[-11]_rec[-115];DT(8,22,4)rec[-10]_rec[-114];DT(7,13,4)rec[-8]_rec[-9]_rec[-14]_rec[-24]_rec[-25];DT(7,17,4)rec[-6]_rec[-7]_rec[-12]_rec[-22]_rec[-23];DT(7,21,4)rec[-5]_rec[-10]_rec[-21];DT(10,4,4)rec[-4]_rec[-113];DT(10,8,4)rec[-3]_rec[-112];DT(10,14,4)rec[-2]_rec[-111];DT(10,18,4)rec[-1]_rec[-110];OI(0)rec[-35]_rec[-36]_rec[-37]_rec[-38]_rec[-39]_rec[-90]_rec[-91]_rec[-92]_rec[-93]_rec[-94]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97014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539314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2087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1E55F-648D-9F8D-62C7-FC63ECC54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9D9FA-672C-9039-6728-F31E90E790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186E7-4619-8AD1-D4FC-DE9F6FAD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481B2-18D8-4EB3-12BF-E3C20F8F4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883EB-2C90-797C-D332-2D3F32CFD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01345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78A5-980E-F510-42F7-1ECD7962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4D1E6-0E34-54EC-71EF-3143B0A2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9FEAA-16D8-CEA7-704C-436FE0D26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35DD1-A67C-D327-12FA-4B97174F7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8CE2F-0A77-3256-1FDA-60EEC8635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31146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FA75-F07D-B96D-3753-2D0583AF8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542A9-3809-BB65-B9CF-741BF7FF3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AD1C8-F4F5-EE2B-2C34-800F1B0BF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DC492-D856-E369-07FD-F96FEA1EC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B8312-F94E-5F40-73F8-7A9DE341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174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ECE9-A89E-3473-5104-DAD0D0E0B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97486-70DE-8D63-3F24-F25B9735D8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C3BA52-A5F6-33DA-2E94-8EBF7A18E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D322DA-85DE-87E8-112C-EACB8A57B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0CEE3E-F2B7-1970-7AF6-7390E446C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D8C00-6116-4E8C-41C3-9F0262AC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5184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DCEE-C57D-861D-0ACE-907C57EB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311BA-3BAE-8BC6-013E-2F4D40BB7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BEC2-C1E8-B5B0-DED3-E4833A69C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DBF2F6-4CDB-DE3E-B3E9-D3E4667EF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F7584-D9A7-37E9-91B8-DFFBB7522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24CE2F-CDB5-D460-5EEA-7FF5F910E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3DE1F2-C76E-3021-DE61-F666D121D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DD0AE4-663C-48B0-EE9A-43D5C18C6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163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BCA0-7A13-94F1-6834-4FB44C5B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5F8C6-C5D0-F464-0486-9AF79AF3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6E80F-7DC4-98D0-B7BC-618A68ED5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EAAB5E-42EB-6E98-3B3F-103E453E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6929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6DD699-10B3-0283-81E4-03AB0186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0D09B4-D07A-E61F-3B25-5FDE61260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AE175-6FF2-D46B-94F8-588EE388E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134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FDC28-2182-C4FB-179F-A29902366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D77E-D88E-03F1-76AC-382840E66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E23DA5-28E7-9561-5D99-2CA2D63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2DAD4B-74D6-CE75-8C77-0C7DB22AB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6BF3E-704F-FC2B-DA44-4C54893D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1330DA-015E-ADF2-ECE1-D6B046B98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31271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AD4F4-1339-9E16-8F23-1A771F3AB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E6283-22E8-1248-91C5-7F296BB7C2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2E3B0-18E5-F729-12F3-957B79E506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0295B9-5A3C-3AE3-3B73-E70759EEC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F85BA-1985-D0A9-33A7-B5CEFF270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ED902-9967-9557-E3EC-10595E1F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2114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B493-4799-0C02-F021-0C749D143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4B4AFC-AADD-8C4D-B51E-4BEAD55B1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7EF6-BED4-21A1-6AB1-7CC1042BC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9AE55-4021-3AB1-AE33-07396617D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F0C59-0747-2A9B-8557-1789F61FF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45292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FA863-75B2-655B-9016-EB6BFBB8D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A60B6-24F7-F0C3-24D7-E142F9EEF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61771-A20B-ACD8-4C43-0616AA43B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CF6DC-B987-298E-3A16-CFE241BC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DC555-1DC0-811E-A1A2-80A18BC1C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15815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9B8C59-AE77-9645-FE8D-8773D473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FD0D1-903F-348F-0F56-083201259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2986F-BD23-E663-AE1D-437678F6F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40BB8E-62FA-0445-A282-ED22967A1017}" type="datetimeFigureOut">
              <a:rPr lang="en-IL" smtClean="0"/>
              <a:t>28/01/2026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32EA-2D1B-55EA-4364-4F93243F9C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76629-EA33-E135-DBD0-778D7CE7C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433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CZ_5_1_11_8_16_13;TICK;CX_6_8_10_13_12_15;CZ_0_2;TICK;CX_4_1_6_3_10_8;CZ_5_2_11_9_16_14;TICK;CZ_5_7_11_14;TICK;CX_4_7_6_9_10_14;CZ_0_3_5_8_11_15;TICK;TICK;MX_0_4_5_6_10_11_12_16;DT(0,4,0)rec[-8];DT(2,2,0)rec[-6];DT(4,4,0)rec[-3];DT(6,2,0)rec[-1];TICK;RX_0_4_5_6_10_11_12_16;TICK;CX_6_2_10_7_12_9;CZ_5_1_11_8_16_13;TICK;CX_6_8_10_13_12_15;CZ_0_2;TICK;CX_4_1_6_3_10_8;CZ_5_2_11_9_16_14;TICK;CZ_5_7_11_14;TICK;CX_4_7_6_9_10_14;CZ_0_3_5_8_11_15;TICK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CZ_5_1_11_8_16_13;TICK;CX_6_8_10_13_12_15;CZ_0_2;TICK;CX_4_1_6_3_10_8;CZ_5_2_11_9_16_14;TICK;CZ_5_7_11_14;TICK;CX_4_7_6_9_10_14;CZ_0_3_5_8_11_15;TICK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Relationship Id="rId7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TICK;CX_4_7_6_9_10_14;TICK;CX_4_1_6_3_10_8;CZ_5_2_11_9_16_14;TICK;CX_6_8_10_13_12_15;CZ_0_2_5_7_11_14;TICK;CZ_0_3_5_8_11_15;TICK;CZ_5_1_11_8_16_13;TICK;MX_0_4_5_6_10_11_12_16;DT(0,4,0)rec[-8];DT(2,2,0)rec[-6];DT(4,4,0)rec[-3];DT(6,2,0)rec[-1];TICK;RX_0_4_5_6_10_11_12_16;TICK;CX_6_2_10_7_12_9;TICK;CX_4_7_6_9_10_14;TICK;CX_4_1_6_3_10_8;CZ_5_2_11_9_16_14;TICK;CX_6_8_10_13_12_15;CZ_0_2_5_7_11_14;TICK;CZ_0_3_5_8_11_15;TICK;CZ_5_1_11_8_16_13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TICK;CX_4_7_6_9_10_14;TICK;CX_4_1_6_3_10_8;CZ_5_2_11_9_16_14;TICK;CX_6_8_10_13_12_15;CZ_0_2_5_7_11_14;TICK;CZ_0_3_5_8_11_15;TICK;CZ_5_1_11_8_16_13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5.emf"/><Relationship Id="rId3" Type="http://schemas.openxmlformats.org/officeDocument/2006/relationships/image" Target="../media/image13.emf"/><Relationship Id="rId7" Type="http://schemas.openxmlformats.org/officeDocument/2006/relationships/image" Target="../media/image14.png"/><Relationship Id="rId12" Type="http://schemas.openxmlformats.org/officeDocument/2006/relationships/image" Target="../media/image1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10.00370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32.png"/><Relationship Id="rId26" Type="http://schemas.openxmlformats.org/officeDocument/2006/relationships/image" Target="../media/image36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40.png"/><Relationship Id="rId42" Type="http://schemas.openxmlformats.org/officeDocument/2006/relationships/image" Target="../media/image44.png"/><Relationship Id="rId47" Type="http://schemas.openxmlformats.org/officeDocument/2006/relationships/customXml" Target="../ink/ink23.xml"/><Relationship Id="rId50" Type="http://schemas.openxmlformats.org/officeDocument/2006/relationships/image" Target="../media/image48.png"/><Relationship Id="rId7" Type="http://schemas.openxmlformats.org/officeDocument/2006/relationships/customXml" Target="../ink/ink3.xml"/><Relationship Id="rId2" Type="http://schemas.openxmlformats.org/officeDocument/2006/relationships/image" Target="../media/image26.png"/><Relationship Id="rId16" Type="http://schemas.openxmlformats.org/officeDocument/2006/relationships/image" Target="../media/image3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35.png"/><Relationship Id="rId32" Type="http://schemas.openxmlformats.org/officeDocument/2006/relationships/image" Target="../media/image39.png"/><Relationship Id="rId37" Type="http://schemas.openxmlformats.org/officeDocument/2006/relationships/customXml" Target="../ink/ink18.xml"/><Relationship Id="rId40" Type="http://schemas.openxmlformats.org/officeDocument/2006/relationships/image" Target="../media/image43.png"/><Relationship Id="rId45" Type="http://schemas.openxmlformats.org/officeDocument/2006/relationships/customXml" Target="../ink/ink22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37.png"/><Relationship Id="rId36" Type="http://schemas.openxmlformats.org/officeDocument/2006/relationships/image" Target="../media/image41.png"/><Relationship Id="rId49" Type="http://schemas.openxmlformats.org/officeDocument/2006/relationships/customXml" Target="../ink/ink24.xml"/><Relationship Id="rId10" Type="http://schemas.openxmlformats.org/officeDocument/2006/relationships/image" Target="../media/image280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45.png"/><Relationship Id="rId4" Type="http://schemas.openxmlformats.org/officeDocument/2006/relationships/image" Target="../media/image250.png"/><Relationship Id="rId9" Type="http://schemas.openxmlformats.org/officeDocument/2006/relationships/customXml" Target="../ink/ink4.xml"/><Relationship Id="rId14" Type="http://schemas.openxmlformats.org/officeDocument/2006/relationships/image" Target="../media/image300.png"/><Relationship Id="rId22" Type="http://schemas.openxmlformats.org/officeDocument/2006/relationships/image" Target="../media/image34.png"/><Relationship Id="rId27" Type="http://schemas.openxmlformats.org/officeDocument/2006/relationships/customXml" Target="../ink/ink13.xml"/><Relationship Id="rId30" Type="http://schemas.openxmlformats.org/officeDocument/2006/relationships/image" Target="../media/image38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47.png"/><Relationship Id="rId8" Type="http://schemas.openxmlformats.org/officeDocument/2006/relationships/image" Target="../media/image27.png"/><Relationship Id="rId3" Type="http://schemas.openxmlformats.org/officeDocument/2006/relationships/customXml" Target="../ink/ink1.xml"/><Relationship Id="rId12" Type="http://schemas.openxmlformats.org/officeDocument/2006/relationships/image" Target="../media/image290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42.png"/><Relationship Id="rId46" Type="http://schemas.openxmlformats.org/officeDocument/2006/relationships/image" Target="../media/image46.png"/><Relationship Id="rId20" Type="http://schemas.openxmlformats.org/officeDocument/2006/relationships/image" Target="../media/image33.png"/><Relationship Id="rId41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customXml" Target="../ink/ink30.xml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customXml" Target="../ink/ink25.xml"/><Relationship Id="rId21" Type="http://schemas.openxmlformats.org/officeDocument/2006/relationships/customXml" Target="../ink/ink34.xml"/><Relationship Id="rId7" Type="http://schemas.openxmlformats.org/officeDocument/2006/relationships/customXml" Target="../ink/ink27.xml"/><Relationship Id="rId12" Type="http://schemas.openxmlformats.org/officeDocument/2006/relationships/image" Target="../media/image54.png"/><Relationship Id="rId17" Type="http://schemas.openxmlformats.org/officeDocument/2006/relationships/customXml" Target="../ink/ink32.xml"/><Relationship Id="rId25" Type="http://schemas.openxmlformats.org/officeDocument/2006/relationships/customXml" Target="../ink/ink36.xml"/><Relationship Id="rId2" Type="http://schemas.openxmlformats.org/officeDocument/2006/relationships/image" Target="../media/image28.png"/><Relationship Id="rId16" Type="http://schemas.openxmlformats.org/officeDocument/2006/relationships/image" Target="../media/image56.png"/><Relationship Id="rId20" Type="http://schemas.openxmlformats.org/officeDocument/2006/relationships/image" Target="../media/image58.png"/><Relationship Id="rId29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customXml" Target="../ink/ink29.xml"/><Relationship Id="rId24" Type="http://schemas.openxmlformats.org/officeDocument/2006/relationships/image" Target="../media/image60.png"/><Relationship Id="rId5" Type="http://schemas.openxmlformats.org/officeDocument/2006/relationships/customXml" Target="../ink/ink26.xml"/><Relationship Id="rId15" Type="http://schemas.openxmlformats.org/officeDocument/2006/relationships/customXml" Target="../ink/ink31.xml"/><Relationship Id="rId23" Type="http://schemas.openxmlformats.org/officeDocument/2006/relationships/customXml" Target="../ink/ink35.xml"/><Relationship Id="rId28" Type="http://schemas.openxmlformats.org/officeDocument/2006/relationships/image" Target="../media/image62.png"/><Relationship Id="rId10" Type="http://schemas.openxmlformats.org/officeDocument/2006/relationships/image" Target="../media/image53.png"/><Relationship Id="rId19" Type="http://schemas.openxmlformats.org/officeDocument/2006/relationships/customXml" Target="../ink/ink33.xml"/><Relationship Id="rId4" Type="http://schemas.openxmlformats.org/officeDocument/2006/relationships/image" Target="../media/image50.png"/><Relationship Id="rId9" Type="http://schemas.openxmlformats.org/officeDocument/2006/relationships/customXml" Target="../ink/ink28.xml"/><Relationship Id="rId14" Type="http://schemas.openxmlformats.org/officeDocument/2006/relationships/image" Target="../media/image55.png"/><Relationship Id="rId22" Type="http://schemas.openxmlformats.org/officeDocument/2006/relationships/image" Target="../media/image59.png"/><Relationship Id="rId27" Type="http://schemas.openxmlformats.org/officeDocument/2006/relationships/customXml" Target="../ink/ink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F78-57E9-144C-E616-B4EB47116A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L" dirty="0"/>
              <a:t>Sydrome extraction</a:t>
            </a:r>
            <a:br>
              <a:rPr lang="en-IL" dirty="0"/>
            </a:br>
            <a:r>
              <a:rPr lang="en-IL" dirty="0"/>
              <a:t>“off-the-hook”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A442C2-2481-1A4D-B50F-0387C0BAB4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L"/>
              <a:t>Gilad Kishony and Austin Fowler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539887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722A32-64FE-A525-4124-B6DE43069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2" y="185965"/>
            <a:ext cx="4483100" cy="2044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72947B-CF76-0883-51DD-3DF027553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9020" y="185965"/>
            <a:ext cx="69168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49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558404A-278E-CD69-16CD-B3ED62BD988A}"/>
              </a:ext>
            </a:extLst>
          </p:cNvPr>
          <p:cNvGrpSpPr/>
          <p:nvPr/>
        </p:nvGrpSpPr>
        <p:grpSpPr>
          <a:xfrm>
            <a:off x="3947260" y="1222350"/>
            <a:ext cx="860622" cy="859536"/>
            <a:chOff x="4248912" y="1670304"/>
            <a:chExt cx="860622" cy="8595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F0D6D4-52F5-C395-49FF-10425CC1451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E026B26-C995-CFB2-289E-5BAAAF48B78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9EEB3B-78FC-317A-C0E0-C3BEA43126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F27B03-988D-FA4B-E76C-ACE3AC2F84D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8A60BD-776F-02FF-0823-A708108B123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BD4E38-1938-8DF5-C7F4-5087AAB0F5BE}"/>
              </a:ext>
            </a:extLst>
          </p:cNvPr>
          <p:cNvGrpSpPr/>
          <p:nvPr/>
        </p:nvGrpSpPr>
        <p:grpSpPr>
          <a:xfrm>
            <a:off x="4730721" y="1221264"/>
            <a:ext cx="860622" cy="859536"/>
            <a:chOff x="4248912" y="1670304"/>
            <a:chExt cx="860622" cy="85953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A373B84-FA12-F02E-EF03-3917613A70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E33732-B3D8-B6C2-250D-07D4AF48883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7824B7C-C352-99D1-2BD4-129B4231414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80ACA1-C461-312A-824E-65BFF7BB75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039DDB-6128-C6E8-4956-AF18C3577AA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A2A46C-3FF4-AB81-E40F-5026EEF912C1}"/>
              </a:ext>
            </a:extLst>
          </p:cNvPr>
          <p:cNvGrpSpPr/>
          <p:nvPr/>
        </p:nvGrpSpPr>
        <p:grpSpPr>
          <a:xfrm>
            <a:off x="5514182" y="1221264"/>
            <a:ext cx="860622" cy="859536"/>
            <a:chOff x="4248912" y="1670304"/>
            <a:chExt cx="860622" cy="85953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36FBEC-4AF1-7751-BB29-0F6411AB903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650F1F-696A-2A8C-1234-19F0BC6DE31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07767CF-B92B-943D-77BB-FBC6E9588C0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C6E4BE-6DE5-6AD3-DC34-3ABDDCC9D2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755C612-1290-1689-BD46-EDA4220464E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33C0A88-F748-1FAE-068C-46570DD50AC2}"/>
              </a:ext>
            </a:extLst>
          </p:cNvPr>
          <p:cNvGrpSpPr/>
          <p:nvPr/>
        </p:nvGrpSpPr>
        <p:grpSpPr>
          <a:xfrm>
            <a:off x="3949850" y="2001139"/>
            <a:ext cx="860622" cy="859536"/>
            <a:chOff x="4248912" y="1670304"/>
            <a:chExt cx="860622" cy="8595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4F76F7A-CFC0-A436-5AAE-7FF53872F34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AA599-EA79-F7A6-CB54-BFA37A19A1D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F45DDD-BD6E-2665-0502-E15DD8B97D1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4FA9635-AAB6-050F-9E6C-3450D10A69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CF5F830-E357-FDD0-AD36-36C980CACA6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EF231CF-9433-B562-FB08-40527736FA26}"/>
              </a:ext>
            </a:extLst>
          </p:cNvPr>
          <p:cNvGrpSpPr/>
          <p:nvPr/>
        </p:nvGrpSpPr>
        <p:grpSpPr>
          <a:xfrm>
            <a:off x="4733311" y="2001139"/>
            <a:ext cx="860622" cy="859536"/>
            <a:chOff x="4248912" y="1670304"/>
            <a:chExt cx="860622" cy="85953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6F9B15A-6022-FA80-4F54-052D79BA1CF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0CCAE-1E33-6FD7-B602-E346C7B9F23F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EC09836-528A-7416-93B5-95CB33FBF8B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61D46C4-28AC-D0E4-4D0A-0F7E84EB952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5229620-07F2-E37C-32D7-3D0610CDC2B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8321FA-093B-CDAD-FA93-6C808052B29D}"/>
              </a:ext>
            </a:extLst>
          </p:cNvPr>
          <p:cNvGrpSpPr/>
          <p:nvPr/>
        </p:nvGrpSpPr>
        <p:grpSpPr>
          <a:xfrm>
            <a:off x="5516772" y="2000053"/>
            <a:ext cx="860622" cy="859536"/>
            <a:chOff x="4248912" y="1670304"/>
            <a:chExt cx="860622" cy="85953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8D29058-5FD8-5D98-F8B4-65E3DA7ADC8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3BBF076-6341-AF0B-8C70-5C38BB98EE9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C6044CE-841D-A628-5878-AAE30941C3C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F1E6460-5FFF-7D95-7F26-0A27F4E47D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842F4AC-F93E-B32D-758C-1338402183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7953BD-E561-9694-C111-C5F89405993F}"/>
              </a:ext>
            </a:extLst>
          </p:cNvPr>
          <p:cNvGrpSpPr/>
          <p:nvPr/>
        </p:nvGrpSpPr>
        <p:grpSpPr>
          <a:xfrm>
            <a:off x="3949683" y="2772078"/>
            <a:ext cx="860622" cy="859536"/>
            <a:chOff x="4248912" y="1670304"/>
            <a:chExt cx="860622" cy="859536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D0ADDF7F-3FBA-61A5-ADE8-1DEE5D63F1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9A5D817-6896-028E-E086-D361A2EE3D4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4DA37F0B-91F9-D197-6507-E2A2D4256C0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4F768E4-F239-7AFC-AE3E-663680E25DA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961EF0C1-2FE3-A8B7-C275-4D7F1A01E75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4D142F6-3B7C-0E66-ED7C-9DC2CB078952}"/>
              </a:ext>
            </a:extLst>
          </p:cNvPr>
          <p:cNvGrpSpPr/>
          <p:nvPr/>
        </p:nvGrpSpPr>
        <p:grpSpPr>
          <a:xfrm>
            <a:off x="4733144" y="2777255"/>
            <a:ext cx="860622" cy="859536"/>
            <a:chOff x="4248912" y="1670304"/>
            <a:chExt cx="860622" cy="859536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8DA6094-1A7F-72EC-CBF1-2261612F9D9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094410EA-A299-3A36-DB65-08C9316035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497C039-2353-40B1-8721-8549524C10F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9BE433B-7A0E-19F1-22B6-74A99397F6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FB9A0BC-4C2C-01DA-9DEB-6989F7AB52C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20F397-5AB9-5578-FFA0-8C765786FB43}"/>
              </a:ext>
            </a:extLst>
          </p:cNvPr>
          <p:cNvGrpSpPr/>
          <p:nvPr/>
        </p:nvGrpSpPr>
        <p:grpSpPr>
          <a:xfrm>
            <a:off x="5516605" y="2777255"/>
            <a:ext cx="860622" cy="859536"/>
            <a:chOff x="4248912" y="1670304"/>
            <a:chExt cx="860622" cy="859536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D386171-815D-EC04-C869-D3082F20D10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042B236C-EC6E-5C8D-AF77-7C00B79A64DB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98CE827-74F0-B895-44A2-43FD6D8DAD1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2AEFE76-A792-7510-4CF0-A4E7103239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E72F4B0-ADB9-6BC2-99D5-B96E9B733B3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D13147-89E4-B175-9EB3-BB9194EE8A1A}"/>
              </a:ext>
            </a:extLst>
          </p:cNvPr>
          <p:cNvGrpSpPr/>
          <p:nvPr/>
        </p:nvGrpSpPr>
        <p:grpSpPr>
          <a:xfrm>
            <a:off x="6299899" y="1222183"/>
            <a:ext cx="860622" cy="859536"/>
            <a:chOff x="4248912" y="1670304"/>
            <a:chExt cx="860622" cy="859536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11D22B6D-3DA3-0E0C-9FC7-AE2C5D80F32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75AD078-FCB6-DE8B-1EB6-157231D3810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502587A-5F20-5B04-84C7-269E3F991B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6D49428-1AD0-EA20-540D-80598118509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7CC731D-3421-DEF1-1D1F-A980C1D88B8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68FB654-8CA3-11C3-07EE-B99F6A153D72}"/>
              </a:ext>
            </a:extLst>
          </p:cNvPr>
          <p:cNvGrpSpPr/>
          <p:nvPr/>
        </p:nvGrpSpPr>
        <p:grpSpPr>
          <a:xfrm>
            <a:off x="7083360" y="1222183"/>
            <a:ext cx="860622" cy="859536"/>
            <a:chOff x="4248912" y="1670304"/>
            <a:chExt cx="860622" cy="8595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D5D758D9-F137-F320-AC12-E6B03EF26BD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1C43F61-B125-D299-86AF-0C0DAB86144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E3247-8B57-332F-E789-D3F730459F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706F174-E3F6-DD1B-34F1-C5B670978C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71DE1B4-D810-9A57-1A3E-115C8BC9ED7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DC459C9-EA82-103C-DA0F-9BFA6087C109}"/>
              </a:ext>
            </a:extLst>
          </p:cNvPr>
          <p:cNvGrpSpPr/>
          <p:nvPr/>
        </p:nvGrpSpPr>
        <p:grpSpPr>
          <a:xfrm>
            <a:off x="6302489" y="2002058"/>
            <a:ext cx="860622" cy="859536"/>
            <a:chOff x="4248912" y="1670304"/>
            <a:chExt cx="860622" cy="859536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6E13E13B-EFA3-665C-7667-14BFD9FC7BD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941D795-F811-3560-77BC-5B05695E74F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FDE6015-8EC8-734E-4216-020FEF6EAA5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28F24CA-F555-2CE6-5A2F-F1A0D65C119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C3D17D6-F1A3-D7CC-64ED-E2094CEEE3E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026B51F3-F273-B5B9-4AA6-C5A7693895C8}"/>
              </a:ext>
            </a:extLst>
          </p:cNvPr>
          <p:cNvGrpSpPr/>
          <p:nvPr/>
        </p:nvGrpSpPr>
        <p:grpSpPr>
          <a:xfrm>
            <a:off x="7085950" y="2000972"/>
            <a:ext cx="860622" cy="859536"/>
            <a:chOff x="4248912" y="1670304"/>
            <a:chExt cx="860622" cy="859536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5616BA38-929A-8D59-9120-B92FED04922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8AF4731-4F5C-6F84-2D83-4C1BC9C8D6C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E5CEB07-2518-FC68-3B3B-C4B17A8C167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4695EC2-A7BF-D730-CDFA-33DD1D2A717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7BE1E781-DAFC-9078-8A45-EBDFFFB74C9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C87294B-42E7-D287-7A73-1A7AE5A257FA}"/>
              </a:ext>
            </a:extLst>
          </p:cNvPr>
          <p:cNvGrpSpPr/>
          <p:nvPr/>
        </p:nvGrpSpPr>
        <p:grpSpPr>
          <a:xfrm>
            <a:off x="6302322" y="2778174"/>
            <a:ext cx="860622" cy="859536"/>
            <a:chOff x="4248912" y="1670304"/>
            <a:chExt cx="860622" cy="859536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195ABF7-7A9D-02EA-8D76-E1B73977935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292D56E-6EE2-37AD-FC69-A5CBECFE9B3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9DC3D94-8804-C5B9-3C8C-3B198CEFBCB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BEDD2514-A71A-C27F-4FB0-7616CE05D6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A7B6F49-69F3-A899-93CE-0ADF24870AC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026FBC5-C2D9-97F6-FF95-ACF10BF1F6E3}"/>
              </a:ext>
            </a:extLst>
          </p:cNvPr>
          <p:cNvGrpSpPr/>
          <p:nvPr/>
        </p:nvGrpSpPr>
        <p:grpSpPr>
          <a:xfrm>
            <a:off x="7085783" y="2778174"/>
            <a:ext cx="860622" cy="859536"/>
            <a:chOff x="4248912" y="1670304"/>
            <a:chExt cx="860622" cy="859536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29A2DE7-52A3-E30C-A951-5ED10C911C9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AEA127-7B32-19D2-B9B9-A6EF7A7B092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5B1E0D9E-393D-2B72-B08F-BBA6B9BBE57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DD665405-D03C-C749-B716-F1309E8B635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030D521-BEE2-AC6D-E93C-E1370ADB831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86EDF4F7-6E6E-4283-DF4F-9C351E78B9A3}"/>
              </a:ext>
            </a:extLst>
          </p:cNvPr>
          <p:cNvGrpSpPr/>
          <p:nvPr/>
        </p:nvGrpSpPr>
        <p:grpSpPr>
          <a:xfrm>
            <a:off x="3947260" y="3556796"/>
            <a:ext cx="860622" cy="859536"/>
            <a:chOff x="4248912" y="1670304"/>
            <a:chExt cx="860622" cy="859536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B64FCBEC-A3B2-654B-0C73-720EE350E0C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D1D5EA6-F7E5-0283-1CDA-71B8D85BFA2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5917195-1D72-8513-6236-4FA7416D361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6AA0821-CD76-F003-C935-34EF44F514A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D1A114A-74B4-08F1-D785-A5C491BEE64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ECC99E-581D-E625-4F1D-920F9D92150A}"/>
              </a:ext>
            </a:extLst>
          </p:cNvPr>
          <p:cNvGrpSpPr/>
          <p:nvPr/>
        </p:nvGrpSpPr>
        <p:grpSpPr>
          <a:xfrm>
            <a:off x="4730721" y="3556796"/>
            <a:ext cx="860622" cy="859536"/>
            <a:chOff x="4248912" y="1670304"/>
            <a:chExt cx="860622" cy="85953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7904BB0-60C3-0645-5569-C743229C0971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9F3FFE-3BEB-292A-3721-20EDA3EF77C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72CB7FD-A252-9A6E-1C72-E40B80D58E7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C568876-2C2A-DAA8-1C8E-AFED4082C9E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0B2AC13F-9704-5759-A2CD-57475630182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362F586D-A7F5-BA07-3A9A-9942ABBC0410}"/>
              </a:ext>
            </a:extLst>
          </p:cNvPr>
          <p:cNvGrpSpPr/>
          <p:nvPr/>
        </p:nvGrpSpPr>
        <p:grpSpPr>
          <a:xfrm>
            <a:off x="5514182" y="3555710"/>
            <a:ext cx="860622" cy="859536"/>
            <a:chOff x="4248912" y="1670304"/>
            <a:chExt cx="860622" cy="859536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0F1774DE-3204-838F-8DAB-42785C472DD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A2D7B93-68B0-CF79-7828-A4D9639D09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48FF02BC-45B3-F535-71C1-0CD5241E123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46DB57E8-C787-1106-BFE4-126724A41B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F85B045-ABEE-95C7-0A12-8D835A94BE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5567D3AF-B517-C808-E0ED-00B1B7D43240}"/>
              </a:ext>
            </a:extLst>
          </p:cNvPr>
          <p:cNvGrpSpPr/>
          <p:nvPr/>
        </p:nvGrpSpPr>
        <p:grpSpPr>
          <a:xfrm>
            <a:off x="3947093" y="4333998"/>
            <a:ext cx="860622" cy="859536"/>
            <a:chOff x="4248912" y="1670304"/>
            <a:chExt cx="860622" cy="859536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F43C12DF-317E-D96B-39A5-B9BD4E0DD73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5256616F-33C9-78FF-E5B4-D35186B7CD3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E8D4D67D-6C99-1823-2FA9-035C2908B7C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AEDD463-7D83-06A2-3231-7295D6D20E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9D375C8-73E4-25F8-388B-EA281D267E7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C902249-649E-52AF-ED09-CF3D40B36240}"/>
              </a:ext>
            </a:extLst>
          </p:cNvPr>
          <p:cNvGrpSpPr/>
          <p:nvPr/>
        </p:nvGrpSpPr>
        <p:grpSpPr>
          <a:xfrm>
            <a:off x="4730554" y="4332912"/>
            <a:ext cx="860622" cy="859536"/>
            <a:chOff x="4248912" y="1670304"/>
            <a:chExt cx="860622" cy="859536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E23FDEE8-CC95-756B-A218-DBD0F51033D6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BD64DF04-6270-1A51-B05E-5F84D08242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6EAF2B88-FD6D-2942-49C7-8727005DE0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C7689BB7-C981-583F-F6B2-D1A0BB0CC7B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2647374-5C27-A31A-C4FE-FB306EA2084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05E7D3D9-2078-48C4-BCCF-A288EF0D496E}"/>
              </a:ext>
            </a:extLst>
          </p:cNvPr>
          <p:cNvGrpSpPr/>
          <p:nvPr/>
        </p:nvGrpSpPr>
        <p:grpSpPr>
          <a:xfrm>
            <a:off x="5514015" y="4332912"/>
            <a:ext cx="860622" cy="859536"/>
            <a:chOff x="4248912" y="1670304"/>
            <a:chExt cx="860622" cy="859536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620C5CE3-D28F-1B63-5AC9-6D84814EA98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C55041D2-9DD5-29DD-6BE9-997B26EAC15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8B56B6D-2D2C-93D3-4A4F-3C144F73E70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A686040-6DBC-77FF-7DD6-030EFFD086F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2D25079F-2A2E-A7D5-653D-E85168FFE0E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E1C3E8EF-6167-F3AE-16AF-1F9FEFBF4472}"/>
              </a:ext>
            </a:extLst>
          </p:cNvPr>
          <p:cNvGrpSpPr/>
          <p:nvPr/>
        </p:nvGrpSpPr>
        <p:grpSpPr>
          <a:xfrm>
            <a:off x="6299899" y="3557715"/>
            <a:ext cx="860622" cy="859536"/>
            <a:chOff x="4248912" y="1670304"/>
            <a:chExt cx="860622" cy="859536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4A75CA12-FA68-4CD8-2FDB-347309EF333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C75F4F0-4CF4-38A5-EF67-8DC922A7C89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C8E82263-E939-256C-F65E-4EFF49F477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CB97C509-A4A6-6B08-48A2-DA7541F2CC3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C92EBCED-DFBE-A6AC-AC09-75A100B2F07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64602D8-9DA0-3543-8E6E-2E9CEC72BA5E}"/>
              </a:ext>
            </a:extLst>
          </p:cNvPr>
          <p:cNvGrpSpPr/>
          <p:nvPr/>
        </p:nvGrpSpPr>
        <p:grpSpPr>
          <a:xfrm>
            <a:off x="7083360" y="3556629"/>
            <a:ext cx="860622" cy="859536"/>
            <a:chOff x="4248912" y="1670304"/>
            <a:chExt cx="860622" cy="859536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BDF70F94-33F5-C1BC-9CE6-E9EDB880C18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00BFF17-2C4F-5164-4FFC-2A4459B4E717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1AFB8FE3-573A-BF11-3632-21DCE10468F8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A5EA8117-A927-275D-515E-DAFD5D5D336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A8D2E80D-EFE8-2A6E-3016-7664F4C72B3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DE5F82A-18FE-0116-AD72-DA02BF7318F0}"/>
              </a:ext>
            </a:extLst>
          </p:cNvPr>
          <p:cNvGrpSpPr/>
          <p:nvPr/>
        </p:nvGrpSpPr>
        <p:grpSpPr>
          <a:xfrm>
            <a:off x="6299732" y="4333831"/>
            <a:ext cx="860622" cy="859536"/>
            <a:chOff x="4248912" y="1670304"/>
            <a:chExt cx="860622" cy="859536"/>
          </a:xfrm>
        </p:grpSpPr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90EED85E-B30F-426D-5458-E979EF956C0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5F17618-20EE-42AC-D3F4-45BC9B4FD8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8CE3BA49-7946-142A-5EB6-271901FB20B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61D0FA0D-6ABE-11AD-5AD9-B070EC53E3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947E8530-E1F8-7EFD-F6F3-3ADB3BD4C837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D9EEC1C0-050E-92A4-107F-045B17780FBA}"/>
              </a:ext>
            </a:extLst>
          </p:cNvPr>
          <p:cNvGrpSpPr/>
          <p:nvPr/>
        </p:nvGrpSpPr>
        <p:grpSpPr>
          <a:xfrm>
            <a:off x="7083193" y="4333831"/>
            <a:ext cx="860622" cy="859536"/>
            <a:chOff x="4248912" y="1670304"/>
            <a:chExt cx="860622" cy="859536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FD0DE679-7065-D5E1-92C8-0A808B087DB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E483AD31-F822-6334-B676-C9B63684AAF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33B4B0E2-52AF-3C08-E7C3-6E9F0BCDB99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61FBEC4C-C67F-28C6-CEC9-796E19D4275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88D8C60-67A5-69E0-8ADD-C7F768BB979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C7FC0D0-F411-5931-BF51-4FEBB8284BA0}"/>
              </a:ext>
            </a:extLst>
          </p:cNvPr>
          <p:cNvCxnSpPr>
            <a:cxnSpLocks/>
          </p:cNvCxnSpPr>
          <p:nvPr/>
        </p:nvCxnSpPr>
        <p:spPr>
          <a:xfrm>
            <a:off x="6188841" y="3758812"/>
            <a:ext cx="55681" cy="41230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7182826-CB98-3A29-DFCA-A3AF467DF0E5}"/>
              </a:ext>
            </a:extLst>
          </p:cNvPr>
          <p:cNvCxnSpPr>
            <a:cxnSpLocks/>
          </p:cNvCxnSpPr>
          <p:nvPr/>
        </p:nvCxnSpPr>
        <p:spPr>
          <a:xfrm>
            <a:off x="6419284" y="2930558"/>
            <a:ext cx="36384" cy="505984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5-Point Star 216">
            <a:extLst>
              <a:ext uri="{FF2B5EF4-FFF2-40B4-BE49-F238E27FC236}">
                <a16:creationId xmlns:a16="http://schemas.microsoft.com/office/drawing/2014/main" id="{3E5CF56E-7696-E9CB-4447-149187C161F1}"/>
              </a:ext>
            </a:extLst>
          </p:cNvPr>
          <p:cNvSpPr/>
          <p:nvPr/>
        </p:nvSpPr>
        <p:spPr>
          <a:xfrm>
            <a:off x="5076314" y="156058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8" name="5-Point Star 217">
            <a:extLst>
              <a:ext uri="{FF2B5EF4-FFF2-40B4-BE49-F238E27FC236}">
                <a16:creationId xmlns:a16="http://schemas.microsoft.com/office/drawing/2014/main" id="{914986F5-FEC0-ADE7-8A99-F2D8937E9BAB}"/>
              </a:ext>
            </a:extLst>
          </p:cNvPr>
          <p:cNvSpPr/>
          <p:nvPr/>
        </p:nvSpPr>
        <p:spPr>
          <a:xfrm>
            <a:off x="4292853" y="233830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9" name="5-Point Star 218">
            <a:extLst>
              <a:ext uri="{FF2B5EF4-FFF2-40B4-BE49-F238E27FC236}">
                <a16:creationId xmlns:a16="http://schemas.microsoft.com/office/drawing/2014/main" id="{DA7E0D58-AEFC-1B27-3C5C-BDD9A5B100BB}"/>
              </a:ext>
            </a:extLst>
          </p:cNvPr>
          <p:cNvSpPr/>
          <p:nvPr/>
        </p:nvSpPr>
        <p:spPr>
          <a:xfrm>
            <a:off x="5859775" y="231816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0" name="5-Point Star 219">
            <a:extLst>
              <a:ext uri="{FF2B5EF4-FFF2-40B4-BE49-F238E27FC236}">
                <a16:creationId xmlns:a16="http://schemas.microsoft.com/office/drawing/2014/main" id="{8B1C6CDF-33F2-2B00-4FAF-6A8804A89786}"/>
              </a:ext>
            </a:extLst>
          </p:cNvPr>
          <p:cNvSpPr/>
          <p:nvPr/>
        </p:nvSpPr>
        <p:spPr>
          <a:xfrm>
            <a:off x="5076314" y="3117838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1" name="5-Point Star 220">
            <a:extLst>
              <a:ext uri="{FF2B5EF4-FFF2-40B4-BE49-F238E27FC236}">
                <a16:creationId xmlns:a16="http://schemas.microsoft.com/office/drawing/2014/main" id="{64B37801-34B3-9136-B568-E1553899BFF4}"/>
              </a:ext>
            </a:extLst>
          </p:cNvPr>
          <p:cNvSpPr/>
          <p:nvPr/>
        </p:nvSpPr>
        <p:spPr>
          <a:xfrm>
            <a:off x="6653590" y="312804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2" name="5-Point Star 221">
            <a:extLst>
              <a:ext uri="{FF2B5EF4-FFF2-40B4-BE49-F238E27FC236}">
                <a16:creationId xmlns:a16="http://schemas.microsoft.com/office/drawing/2014/main" id="{6F992AEC-715C-2670-E9C3-5B776340FF4A}"/>
              </a:ext>
            </a:extLst>
          </p:cNvPr>
          <p:cNvSpPr/>
          <p:nvPr/>
        </p:nvSpPr>
        <p:spPr>
          <a:xfrm>
            <a:off x="5859775" y="388131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3" name="5-Point Star 222">
            <a:extLst>
              <a:ext uri="{FF2B5EF4-FFF2-40B4-BE49-F238E27FC236}">
                <a16:creationId xmlns:a16="http://schemas.microsoft.com/office/drawing/2014/main" id="{994C8551-D555-F32A-A081-7E7B574A1F64}"/>
              </a:ext>
            </a:extLst>
          </p:cNvPr>
          <p:cNvSpPr/>
          <p:nvPr/>
        </p:nvSpPr>
        <p:spPr>
          <a:xfrm>
            <a:off x="7428953" y="388339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4" name="5-Point Star 223">
            <a:extLst>
              <a:ext uri="{FF2B5EF4-FFF2-40B4-BE49-F238E27FC236}">
                <a16:creationId xmlns:a16="http://schemas.microsoft.com/office/drawing/2014/main" id="{BA8A41A8-FB84-90DC-E1E5-BCEA4BA50996}"/>
              </a:ext>
            </a:extLst>
          </p:cNvPr>
          <p:cNvSpPr/>
          <p:nvPr/>
        </p:nvSpPr>
        <p:spPr>
          <a:xfrm>
            <a:off x="6650956" y="4678672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E25C4A-FDF4-578E-B9F1-2881875B3526}"/>
              </a:ext>
            </a:extLst>
          </p:cNvPr>
          <p:cNvCxnSpPr>
            <a:cxnSpLocks/>
          </p:cNvCxnSpPr>
          <p:nvPr/>
        </p:nvCxnSpPr>
        <p:spPr>
          <a:xfrm>
            <a:off x="4142061" y="1417908"/>
            <a:ext cx="465801" cy="444037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76122D-E0F4-51B6-EDEB-137BE66C2C5C}"/>
              </a:ext>
            </a:extLst>
          </p:cNvPr>
          <p:cNvCxnSpPr>
            <a:cxnSpLocks/>
            <a:stCxn id="51" idx="1"/>
          </p:cNvCxnSpPr>
          <p:nvPr/>
        </p:nvCxnSpPr>
        <p:spPr>
          <a:xfrm>
            <a:off x="6114180" y="2144649"/>
            <a:ext cx="109743" cy="51739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F010D4-B87F-3150-4CAA-072B3BC4030D}"/>
              </a:ext>
            </a:extLst>
          </p:cNvPr>
          <p:cNvCxnSpPr>
            <a:cxnSpLocks/>
          </p:cNvCxnSpPr>
          <p:nvPr/>
        </p:nvCxnSpPr>
        <p:spPr>
          <a:xfrm>
            <a:off x="6449858" y="4445206"/>
            <a:ext cx="3179" cy="589551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B63510-C6C6-A0ED-0DE6-003672080859}"/>
              </a:ext>
            </a:extLst>
          </p:cNvPr>
          <p:cNvCxnSpPr>
            <a:cxnSpLocks/>
          </p:cNvCxnSpPr>
          <p:nvPr/>
        </p:nvCxnSpPr>
        <p:spPr>
          <a:xfrm>
            <a:off x="6491553" y="1360683"/>
            <a:ext cx="6096" cy="570345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855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Content Placeholder 36">
            <a:extLst>
              <a:ext uri="{FF2B5EF4-FFF2-40B4-BE49-F238E27FC236}">
                <a16:creationId xmlns:a16="http://schemas.microsoft.com/office/drawing/2014/main" id="{8BA2EEB1-2717-F63E-4799-9EA53557A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75412" y="1253331"/>
            <a:ext cx="4351338" cy="4351338"/>
          </a:xfr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F9036B-F716-14CA-CD9D-417A48662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06" y="1253330"/>
            <a:ext cx="4351339" cy="435133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6EEAEFB-D339-2DA5-6223-AEB8315BF73C}"/>
              </a:ext>
            </a:extLst>
          </p:cNvPr>
          <p:cNvSpPr txBox="1"/>
          <p:nvPr/>
        </p:nvSpPr>
        <p:spPr>
          <a:xfrm>
            <a:off x="3056279" y="883997"/>
            <a:ext cx="1917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CBAEC7-4B90-A22D-D8DB-C4393B0FE33B}"/>
              </a:ext>
            </a:extLst>
          </p:cNvPr>
          <p:cNvSpPr txBox="1"/>
          <p:nvPr/>
        </p:nvSpPr>
        <p:spPr>
          <a:xfrm>
            <a:off x="7324104" y="883997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</p:spTree>
    <p:extLst>
      <p:ext uri="{BB962C8B-B14F-4D97-AF65-F5344CB8AC3E}">
        <p14:creationId xmlns:p14="http://schemas.microsoft.com/office/powerpoint/2010/main" val="1505816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81F2BE3-F906-7B37-1FCD-A60BA25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85" y="2482874"/>
            <a:ext cx="5217101" cy="41367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C0ED29B-5EB9-E1FA-BFA6-076AE23664D3}"/>
              </a:ext>
            </a:extLst>
          </p:cNvPr>
          <p:cNvSpPr txBox="1"/>
          <p:nvPr/>
        </p:nvSpPr>
        <p:spPr>
          <a:xfrm>
            <a:off x="8835886" y="655983"/>
            <a:ext cx="1635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Default </a:t>
            </a:r>
            <a:r>
              <a:rPr lang="en-IL" dirty="0">
                <a:hlinkClick r:id="rId3"/>
              </a:rPr>
              <a:t>circuit</a:t>
            </a:r>
            <a:br>
              <a:rPr lang="en-IL" dirty="0"/>
            </a:br>
            <a:r>
              <a:rPr lang="en-IL" dirty="0"/>
              <a:t>Diagonal </a:t>
            </a:r>
            <a:r>
              <a:rPr lang="en-IL" dirty="0">
                <a:hlinkClick r:id="rId4"/>
              </a:rPr>
              <a:t>circuit</a:t>
            </a:r>
            <a:endParaRPr lang="en-IL" dirty="0"/>
          </a:p>
        </p:txBody>
      </p:sp>
      <p:pic>
        <p:nvPicPr>
          <p:cNvPr id="8" name="Content Placeholder 36">
            <a:extLst>
              <a:ext uri="{FF2B5EF4-FFF2-40B4-BE49-F238E27FC236}">
                <a16:creationId xmlns:a16="http://schemas.microsoft.com/office/drawing/2014/main" id="{3DD1B66E-7103-5B1D-8502-B9C16DC354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299306" y="369333"/>
            <a:ext cx="2084230" cy="208423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00D1AE-54C8-5083-E4E0-AF7D20C7B7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7943" y="369333"/>
            <a:ext cx="2084231" cy="20842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161269-6F2C-F818-F877-4FFADDC64E8D}"/>
              </a:ext>
            </a:extLst>
          </p:cNvPr>
          <p:cNvSpPr txBox="1"/>
          <p:nvPr/>
        </p:nvSpPr>
        <p:spPr>
          <a:xfrm>
            <a:off x="1393865" y="53668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D20224-725C-49DF-64C1-1FF6DE9DF91C}"/>
              </a:ext>
            </a:extLst>
          </p:cNvPr>
          <p:cNvSpPr txBox="1"/>
          <p:nvPr/>
        </p:nvSpPr>
        <p:spPr>
          <a:xfrm>
            <a:off x="4473199" y="53668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13EEB1-FFE2-6E2F-52A3-CD3A7C75D3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4470" y="2305560"/>
            <a:ext cx="6096000" cy="455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69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77102D-1287-6BFE-BC3F-FB81CF5D3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827" y="270921"/>
            <a:ext cx="2629892" cy="17368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A31033-B54B-3BEA-D7A5-6DFC94F611FD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F90DE-610B-B20E-C465-4C3283F8F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134" y="3689067"/>
            <a:ext cx="3108932" cy="31089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940C70-8733-56E4-6848-14DDF9560C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54" y="1619290"/>
            <a:ext cx="3108932" cy="31089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B1CAD1-CF5D-39B4-3992-028AE662D0AC}"/>
              </a:ext>
            </a:extLst>
          </p:cNvPr>
          <p:cNvSpPr txBox="1"/>
          <p:nvPr/>
        </p:nvSpPr>
        <p:spPr>
          <a:xfrm>
            <a:off x="2463345" y="2284847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685235-CD9F-ACED-324D-40968DF5082F}"/>
              </a:ext>
            </a:extLst>
          </p:cNvPr>
          <p:cNvSpPr txBox="1"/>
          <p:nvPr/>
        </p:nvSpPr>
        <p:spPr>
          <a:xfrm>
            <a:off x="3730069" y="4343980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830892-C8AF-4D37-3001-A42C5DF75E52}"/>
              </a:ext>
            </a:extLst>
          </p:cNvPr>
          <p:cNvSpPr txBox="1"/>
          <p:nvPr/>
        </p:nvSpPr>
        <p:spPr>
          <a:xfrm>
            <a:off x="6658283" y="1327758"/>
            <a:ext cx="4283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H</a:t>
            </a:r>
            <a:r>
              <a:rPr lang="en-US" dirty="0"/>
              <a:t>e</a:t>
            </a:r>
            <a:r>
              <a:rPr lang="en-IL" dirty="0"/>
              <a:t>re the standard schedule needs period 5.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0B7C48-FC86-972C-9A71-D09DCC692D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9502" y="2001735"/>
            <a:ext cx="6422497" cy="479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F82C91-2185-8C25-E4FC-0F1CCEB40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57" y="1683811"/>
            <a:ext cx="4414157" cy="23849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B36C97-D00F-F936-DBC9-70C04D8CD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657" y="1446378"/>
            <a:ext cx="5246914" cy="28598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D9D1ED-02B9-979C-26DD-02BE7B06751B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</p:spTree>
    <p:extLst>
      <p:ext uri="{BB962C8B-B14F-4D97-AF65-F5344CB8AC3E}">
        <p14:creationId xmlns:p14="http://schemas.microsoft.com/office/powerpoint/2010/main" val="295105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Picture 481">
            <a:extLst>
              <a:ext uri="{FF2B5EF4-FFF2-40B4-BE49-F238E27FC236}">
                <a16:creationId xmlns:a16="http://schemas.microsoft.com/office/drawing/2014/main" id="{2933BA78-C27E-2360-4AB3-EB3F07BE96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1595" t="49929" r="41646" b="41599"/>
          <a:stretch/>
        </p:blipFill>
        <p:spPr>
          <a:xfrm>
            <a:off x="5933321" y="4742431"/>
            <a:ext cx="2627307" cy="13281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4128A1-D59A-C504-3F06-AC294F15A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298" y="-1080932"/>
            <a:ext cx="6858000" cy="6858000"/>
          </a:xfrm>
          <a:prstGeom prst="rect">
            <a:avLst/>
          </a:prstGeom>
        </p:spPr>
      </p:pic>
      <p:sp>
        <p:nvSpPr>
          <p:cNvPr id="483" name="TextBox 482">
            <a:extLst>
              <a:ext uri="{FF2B5EF4-FFF2-40B4-BE49-F238E27FC236}">
                <a16:creationId xmlns:a16="http://schemas.microsoft.com/office/drawing/2014/main" id="{9FD6A71D-A052-4D6A-F52D-64A8ACCE7A79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1AB66067-CE41-A6E6-E90A-1E12CBF20D45}"/>
              </a:ext>
            </a:extLst>
          </p:cNvPr>
          <p:cNvSpPr/>
          <p:nvPr/>
        </p:nvSpPr>
        <p:spPr>
          <a:xfrm rot="10800000">
            <a:off x="5943675" y="2676342"/>
            <a:ext cx="592281" cy="1922745"/>
          </a:xfrm>
          <a:custGeom>
            <a:avLst/>
            <a:gdLst>
              <a:gd name="connsiteX0" fmla="*/ 862322 w 862322"/>
              <a:gd name="connsiteY0" fmla="*/ 2736937 h 2736937"/>
              <a:gd name="connsiteX1" fmla="*/ 129549 w 862322"/>
              <a:gd name="connsiteY1" fmla="*/ 1315233 h 2736937"/>
              <a:gd name="connsiteX2" fmla="*/ 4289 w 862322"/>
              <a:gd name="connsiteY2" fmla="*/ 0 h 2736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2322" h="2736937">
                <a:moveTo>
                  <a:pt x="862322" y="2736937"/>
                </a:moveTo>
                <a:cubicBezTo>
                  <a:pt x="567438" y="2254163"/>
                  <a:pt x="272554" y="1771389"/>
                  <a:pt x="129549" y="1315233"/>
                </a:cubicBezTo>
                <a:cubicBezTo>
                  <a:pt x="-13456" y="859077"/>
                  <a:pt x="-4584" y="429538"/>
                  <a:pt x="4289" y="0"/>
                </a:cubicBezTo>
              </a:path>
            </a:pathLst>
          </a:custGeom>
          <a:noFill/>
          <a:ln w="25400"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/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L" dirty="0"/>
                  <a:t>Period 4 maintained by performing grey reset only before first cycle and grey measurement only after last.</a:t>
                </a:r>
              </a:p>
              <a:p>
                <a:endParaRPr lang="en-IL" dirty="0"/>
              </a:p>
              <a:p>
                <a:r>
                  <a:rPr lang="en-IL" dirty="0"/>
                  <a:t>All hook errors (on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L" dirty="0"/>
                  <a:t> are flagged by measurements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on same cycle or on the next one or by final measurement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𝑠h𝑎𝑟𝑒𝑑</m:t>
                        </m:r>
                      </m:sub>
                    </m:sSub>
                  </m:oMath>
                </a14:m>
                <a:r>
                  <a:rPr lang="en-IL" dirty="0"/>
                  <a:t>.</a:t>
                </a:r>
              </a:p>
            </p:txBody>
          </p:sp>
        </mc:Choice>
        <mc:Fallback xmlns="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blipFill>
                <a:blip r:embed="rId4"/>
                <a:stretch>
                  <a:fillRect l="-928" t="-2158" r="-1856" b="-503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/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/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/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blipFill>
                <a:blip r:embed="rId7"/>
                <a:stretch>
                  <a:fillRect r="-370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/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blipFill>
                <a:blip r:embed="rId8"/>
                <a:stretch>
                  <a:fillRect r="-333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/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shared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blipFill>
                <a:blip r:embed="rId9"/>
                <a:stretch>
                  <a:fillRect r="-9629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/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blipFill>
                <a:blip r:embed="rId10"/>
                <a:stretch>
                  <a:fillRect r="-4074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/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blipFill>
                <a:blip r:embed="rId11"/>
                <a:stretch>
                  <a:fillRect r="-392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4" name="Picture 483">
            <a:extLst>
              <a:ext uri="{FF2B5EF4-FFF2-40B4-BE49-F238E27FC236}">
                <a16:creationId xmlns:a16="http://schemas.microsoft.com/office/drawing/2014/main" id="{2FDEEB03-1B8F-F108-BBD7-EA3F7058A99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20759" y="223562"/>
            <a:ext cx="3678808" cy="3678808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A1A86AC7-68A7-C985-8C68-812AA50B180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5624" y="4125607"/>
            <a:ext cx="30607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034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404AB-0EC2-F631-7E3C-C8C5EEC8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AAC86-E49B-D3D5-250C-EE75CF274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E35FAD-C2F7-7BF6-328D-FED411F684A9}"/>
              </a:ext>
            </a:extLst>
          </p:cNvPr>
          <p:cNvSpPr/>
          <p:nvPr/>
        </p:nvSpPr>
        <p:spPr>
          <a:xfrm>
            <a:off x="5372648" y="713471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ED06FD-07D2-D030-C60E-672448640BD2}"/>
              </a:ext>
            </a:extLst>
          </p:cNvPr>
          <p:cNvSpPr/>
          <p:nvPr/>
        </p:nvSpPr>
        <p:spPr>
          <a:xfrm>
            <a:off x="5375092" y="2277324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A02210-CA2E-D2E8-607F-00ABE1D7A4DB}"/>
              </a:ext>
            </a:extLst>
          </p:cNvPr>
          <p:cNvSpPr/>
          <p:nvPr/>
        </p:nvSpPr>
        <p:spPr>
          <a:xfrm rot="10800000">
            <a:off x="5374447" y="1500583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D726E-964E-015A-9D5E-623E11EE2C65}"/>
              </a:ext>
            </a:extLst>
          </p:cNvPr>
          <p:cNvSpPr/>
          <p:nvPr/>
        </p:nvSpPr>
        <p:spPr>
          <a:xfrm rot="10800000">
            <a:off x="5371315" y="3064436"/>
            <a:ext cx="1258457" cy="780288"/>
          </a:xfrm>
          <a:prstGeom prst="rect">
            <a:avLst/>
          </a:prstGeom>
          <a:gradFill flip="none" rotWithShape="1">
            <a:gsLst>
              <a:gs pos="30000">
                <a:srgbClr val="FE9D99"/>
              </a:gs>
              <a:gs pos="0">
                <a:srgbClr val="FF9D98"/>
              </a:gs>
              <a:gs pos="74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FB1BD1-981D-85DD-69E1-683621A49989}"/>
              </a:ext>
            </a:extLst>
          </p:cNvPr>
          <p:cNvSpPr txBox="1"/>
          <p:nvPr/>
        </p:nvSpPr>
        <p:spPr>
          <a:xfrm>
            <a:off x="5347259" y="2035724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212151-4AA9-D927-5E97-FDCB10AE493B}"/>
              </a:ext>
            </a:extLst>
          </p:cNvPr>
          <p:cNvSpPr txBox="1"/>
          <p:nvPr/>
        </p:nvSpPr>
        <p:spPr>
          <a:xfrm>
            <a:off x="6394165" y="14507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3CCB7-6A76-B6D7-3E29-70DB59C07526}"/>
              </a:ext>
            </a:extLst>
          </p:cNvPr>
          <p:cNvSpPr txBox="1"/>
          <p:nvPr/>
        </p:nvSpPr>
        <p:spPr>
          <a:xfrm>
            <a:off x="5333500" y="14507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120F6-B74E-0D42-D04B-459145736FFD}"/>
              </a:ext>
            </a:extLst>
          </p:cNvPr>
          <p:cNvSpPr txBox="1"/>
          <p:nvPr/>
        </p:nvSpPr>
        <p:spPr>
          <a:xfrm>
            <a:off x="6392416" y="201324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4FF329-A1A4-5469-DA7C-A1C6C0989767}"/>
              </a:ext>
            </a:extLst>
          </p:cNvPr>
          <p:cNvGrpSpPr/>
          <p:nvPr/>
        </p:nvGrpSpPr>
        <p:grpSpPr>
          <a:xfrm>
            <a:off x="2162168" y="662368"/>
            <a:ext cx="3233510" cy="3213537"/>
            <a:chOff x="2154774" y="1450555"/>
            <a:chExt cx="3215851" cy="3195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F18E99F-2E93-58E8-D444-CF38CBB6AC36}"/>
                </a:ext>
              </a:extLst>
            </p:cNvPr>
            <p:cNvGrpSpPr/>
            <p:nvPr/>
          </p:nvGrpSpPr>
          <p:grpSpPr>
            <a:xfrm>
              <a:off x="2154774" y="1451641"/>
              <a:ext cx="860622" cy="859536"/>
              <a:chOff x="4248912" y="1670304"/>
              <a:chExt cx="860622" cy="859536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B9061D3A-4DF8-8B71-A4DF-C294794C507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3A3AFEE-F4C5-F878-F6EB-29C3FF65AD8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FD965CE-01E0-1410-9A04-060CD434434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1F5DD911-12F6-C95C-CE21-64BF42BB85B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1D4B91-EC12-AACC-8903-1F2FE50BACE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9D09237-C69B-97C0-5873-D8D6007B7558}"/>
                </a:ext>
              </a:extLst>
            </p:cNvPr>
            <p:cNvGrpSpPr/>
            <p:nvPr/>
          </p:nvGrpSpPr>
          <p:grpSpPr>
            <a:xfrm>
              <a:off x="2938235" y="1450555"/>
              <a:ext cx="860622" cy="859536"/>
              <a:chOff x="4248912" y="1670304"/>
              <a:chExt cx="860622" cy="859536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B0C6A0E-212F-70B5-D122-E01E9728342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4E0C192-6E40-938E-317A-027057C260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9E7DEC11-53D2-DD6C-E5D6-4D142E2AE4F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764AA28C-B12C-3AC2-3C90-A37CAEBDE2F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00C6E74B-DD9C-48B9-19A1-8F6C53A941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3C3770B-C03E-11E1-0950-76A1D66E146E}"/>
                </a:ext>
              </a:extLst>
            </p:cNvPr>
            <p:cNvGrpSpPr/>
            <p:nvPr/>
          </p:nvGrpSpPr>
          <p:grpSpPr>
            <a:xfrm>
              <a:off x="3721696" y="1450555"/>
              <a:ext cx="860622" cy="859536"/>
              <a:chOff x="4248912" y="1670304"/>
              <a:chExt cx="860622" cy="859536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9FFCB9-0A92-8FF8-8E42-2C7B25A9628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2D3E6A8-1E2C-0D29-659E-5CB023480DF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D0D1C99-2646-621F-A2CE-2C9A7220482E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D4BEF3B-D3D9-A08C-9329-38EDD7BCD15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77E26D-8584-F4E7-917A-3D57740D7EE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0BCDF3-9856-E13D-5BD1-463D67D6A419}"/>
                </a:ext>
              </a:extLst>
            </p:cNvPr>
            <p:cNvGrpSpPr/>
            <p:nvPr/>
          </p:nvGrpSpPr>
          <p:grpSpPr>
            <a:xfrm>
              <a:off x="2157364" y="2230430"/>
              <a:ext cx="860622" cy="859536"/>
              <a:chOff x="4248912" y="1670304"/>
              <a:chExt cx="860622" cy="85953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0169847-D4E7-2C39-0E53-1E18B3AC0FA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DC3B103-4C26-0423-D9A5-4B3EE38ED38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6DD0CEE-CBD9-7774-1471-BCB1A94D799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A1DBB4C-48EF-2BF9-5431-B29B0DAEA61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A3027D7-3514-BD70-532F-2235AD90DD1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47CDE5E-E564-B925-4944-2F921AB522DF}"/>
                </a:ext>
              </a:extLst>
            </p:cNvPr>
            <p:cNvGrpSpPr/>
            <p:nvPr/>
          </p:nvGrpSpPr>
          <p:grpSpPr>
            <a:xfrm>
              <a:off x="2940825" y="2230430"/>
              <a:ext cx="860622" cy="859536"/>
              <a:chOff x="4248912" y="1670304"/>
              <a:chExt cx="860622" cy="85953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5BDB137-EDFA-0B9E-8C0A-F5213B355EF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226E8A4-337E-CD0E-5C5C-AECD48AAB02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5484F43-66A6-E54E-D76E-830D16432FB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D3FE8A8-DDAF-F8EB-BF19-5861235DB8C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E6AA1A1-7478-C5DB-5FDE-107858223DC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BBA82F8-BE14-A091-7E9D-13B20C534EA4}"/>
                </a:ext>
              </a:extLst>
            </p:cNvPr>
            <p:cNvGrpSpPr/>
            <p:nvPr/>
          </p:nvGrpSpPr>
          <p:grpSpPr>
            <a:xfrm>
              <a:off x="3724286" y="2229344"/>
              <a:ext cx="860622" cy="859536"/>
              <a:chOff x="4248912" y="1670304"/>
              <a:chExt cx="860622" cy="859536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0B18EF-F932-10AC-A3E3-82F05DFADFC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CE55835-7EE3-7CDC-EE7C-892C5711A2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59E1090-BE39-5125-215E-D9EED30E63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ACFB020-C508-0595-DE86-B0546EC13C0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2237F7B-E93B-2554-579B-139A8A32F9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60A18C-5BCE-1830-3DA1-F850A233B273}"/>
                </a:ext>
              </a:extLst>
            </p:cNvPr>
            <p:cNvGrpSpPr/>
            <p:nvPr/>
          </p:nvGrpSpPr>
          <p:grpSpPr>
            <a:xfrm>
              <a:off x="2157197" y="3001369"/>
              <a:ext cx="860622" cy="859536"/>
              <a:chOff x="4248912" y="1670304"/>
              <a:chExt cx="860622" cy="859536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864BF2D-B413-E709-8078-93442096E91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2915E22-2B5A-4A19-C21C-C68AFD28A74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D9BC0704-5692-0A34-28EC-5AB2CA252E9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166A42A-76FC-7B5F-1DC0-9DABEC16D0C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98F3965-6C11-49A7-9B41-FF39106F812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8C09B73-BAB5-AE12-2310-C444679AD2B5}"/>
                </a:ext>
              </a:extLst>
            </p:cNvPr>
            <p:cNvGrpSpPr/>
            <p:nvPr/>
          </p:nvGrpSpPr>
          <p:grpSpPr>
            <a:xfrm>
              <a:off x="2940658" y="3006546"/>
              <a:ext cx="860622" cy="859536"/>
              <a:chOff x="4248912" y="1670304"/>
              <a:chExt cx="860622" cy="85953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BAFE933-57B2-6255-F052-ECFCE54118D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6724CA-E597-EA4B-206C-46B472F8700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C47E9A5-E2D2-DA2C-C7A3-B8F7668168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A485E21-B915-473D-DB5C-266D2AE3E92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A16DEC0-CF3D-149E-85EE-0F68A957DEC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04D01CC-077D-4C70-1C7A-5A79A7D09615}"/>
                </a:ext>
              </a:extLst>
            </p:cNvPr>
            <p:cNvGrpSpPr/>
            <p:nvPr/>
          </p:nvGrpSpPr>
          <p:grpSpPr>
            <a:xfrm>
              <a:off x="3724119" y="3006546"/>
              <a:ext cx="860622" cy="859536"/>
              <a:chOff x="4248912" y="1670304"/>
              <a:chExt cx="860622" cy="859536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E89174B2-4053-6F81-55A6-0FD532B9E6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5B2FFE-3E6B-26E2-D7EF-E6FF8B28B62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3C80C1B-62E6-21DE-BCB4-83C6A917BAE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3D80115-0A5C-8931-1130-4051F4898E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70914E9-9EDF-87A8-A27A-4B27AE57658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EB27651-921E-6049-D8C7-AFC8C11B58BE}"/>
                </a:ext>
              </a:extLst>
            </p:cNvPr>
            <p:cNvGrpSpPr/>
            <p:nvPr/>
          </p:nvGrpSpPr>
          <p:grpSpPr>
            <a:xfrm>
              <a:off x="4507413" y="1451474"/>
              <a:ext cx="860622" cy="859536"/>
              <a:chOff x="4248912" y="1670304"/>
              <a:chExt cx="860622" cy="8595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A003003-3645-E0DA-EDDE-4787B6A1B73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00866B1-56FD-7B62-B880-976907AB6C5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40D783A-3D6E-8603-D5D8-803FFF6530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CFFE9F3-32C5-8C63-3875-8BFA8E42BB7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FC8EA0D-AD0D-59AC-A872-AFF2656AED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6487149-FD4B-D2E5-142C-73FEB4DC3C7B}"/>
                </a:ext>
              </a:extLst>
            </p:cNvPr>
            <p:cNvGrpSpPr/>
            <p:nvPr/>
          </p:nvGrpSpPr>
          <p:grpSpPr>
            <a:xfrm>
              <a:off x="4510003" y="2231349"/>
              <a:ext cx="860622" cy="859536"/>
              <a:chOff x="4248912" y="1670304"/>
              <a:chExt cx="860622" cy="859536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3BC4371-496E-5B8C-D572-842A5A0E47A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9FC847A-18F8-1B7D-D35D-78412EFA8DE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6160C1E-4B79-522C-DA05-155EF0B7EAA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414D45A-5EF1-B41E-F85D-9F41F362B0F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7CCE80C-5812-45BB-9390-FEFB886D0B2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3FF7638-38FF-6C61-B5B6-AD5BA15EE7A6}"/>
                </a:ext>
              </a:extLst>
            </p:cNvPr>
            <p:cNvGrpSpPr/>
            <p:nvPr/>
          </p:nvGrpSpPr>
          <p:grpSpPr>
            <a:xfrm>
              <a:off x="4509836" y="3007465"/>
              <a:ext cx="860622" cy="859536"/>
              <a:chOff x="4248912" y="1670304"/>
              <a:chExt cx="860622" cy="859536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415A74A-DC56-4623-9215-86647ACB844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6B65AA-BD55-5F8C-CA0A-DBB2A7EC569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4D1DAF-B3B0-4079-E44D-1FB246DD1D3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E335178-9FCC-774D-EF4A-85A4C6F547D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83FE3E-47B0-63BF-3509-65D9DA43D9E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039076-3E29-F4A0-43B1-E8245A46E3FA}"/>
                </a:ext>
              </a:extLst>
            </p:cNvPr>
            <p:cNvGrpSpPr/>
            <p:nvPr/>
          </p:nvGrpSpPr>
          <p:grpSpPr>
            <a:xfrm>
              <a:off x="2154774" y="3786087"/>
              <a:ext cx="860622" cy="859536"/>
              <a:chOff x="4248912" y="1670304"/>
              <a:chExt cx="860622" cy="8595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0B2E1AB-3CAF-3172-924D-3CDB2035873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3AB9CB0-CC63-A4CC-2387-53B45F78FE8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6D4E0C7-41A4-E5D0-1A7A-F38FA673366F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7D71EAA-E7E4-CBBD-2F6B-EC1E32E532E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B8873D4-7ACF-1220-8DCA-CE13B4AF1E2B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98F8285-B5AE-76BB-667F-179F020BB441}"/>
                </a:ext>
              </a:extLst>
            </p:cNvPr>
            <p:cNvGrpSpPr/>
            <p:nvPr/>
          </p:nvGrpSpPr>
          <p:grpSpPr>
            <a:xfrm>
              <a:off x="2938235" y="3786087"/>
              <a:ext cx="860622" cy="859536"/>
              <a:chOff x="4248912" y="1670304"/>
              <a:chExt cx="860622" cy="859536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618AA2-4784-2F86-1E6A-16F117B4F65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901832C-F0F9-1142-0C52-381F37EB46E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B13C8C-4949-456F-10F2-8E789D2EA3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A4AFC07-8267-3DA1-902B-6D59C9BF75E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A5F78B-504E-04A3-9ECC-DC5A4EB7FCE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6F48491-5813-532B-A681-CE8ED89BE893}"/>
                </a:ext>
              </a:extLst>
            </p:cNvPr>
            <p:cNvGrpSpPr/>
            <p:nvPr/>
          </p:nvGrpSpPr>
          <p:grpSpPr>
            <a:xfrm>
              <a:off x="3721696" y="3785001"/>
              <a:ext cx="860622" cy="859536"/>
              <a:chOff x="4248912" y="1670304"/>
              <a:chExt cx="860622" cy="859536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862A84E-4831-EDBC-5EE5-FC253944DA1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208C3A-0C6C-60BB-3B20-5AE63E8E4DB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A3A72B-3426-3B99-B115-F5BFDFF38E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4FCD396-89FF-0F99-3BF7-466795CE80C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13D6762-7459-92C6-6BBE-0555F949E1D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288D3DC-0C2F-B6C9-BACF-2612161302A7}"/>
                </a:ext>
              </a:extLst>
            </p:cNvPr>
            <p:cNvGrpSpPr/>
            <p:nvPr/>
          </p:nvGrpSpPr>
          <p:grpSpPr>
            <a:xfrm>
              <a:off x="4507413" y="3787006"/>
              <a:ext cx="860622" cy="859536"/>
              <a:chOff x="4248912" y="1670304"/>
              <a:chExt cx="860622" cy="8595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94A1A16-F945-188C-448A-B5C064F601E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CE7044-AAE8-4A95-ED40-561F9ED3B87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6303A7-73AD-F924-32DA-25BD350DC49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DAB7CF-3B0A-7885-F752-46C37DAF204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A0730C-BDB3-BCFB-98BC-8409C3E7D6C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315057CD-7377-77A9-D538-BA916F8B0499}"/>
              </a:ext>
            </a:extLst>
          </p:cNvPr>
          <p:cNvSpPr txBox="1"/>
          <p:nvPr/>
        </p:nvSpPr>
        <p:spPr>
          <a:xfrm>
            <a:off x="6385390" y="123745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4A59AED-95C8-EB16-A351-A5BDA2CAB604}"/>
              </a:ext>
            </a:extLst>
          </p:cNvPr>
          <p:cNvSpPr txBox="1"/>
          <p:nvPr/>
        </p:nvSpPr>
        <p:spPr>
          <a:xfrm>
            <a:off x="5331728" y="124440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B455A0B-08FF-97B4-FEB5-2698AB946AF0}"/>
              </a:ext>
            </a:extLst>
          </p:cNvPr>
          <p:cNvSpPr txBox="1"/>
          <p:nvPr/>
        </p:nvSpPr>
        <p:spPr>
          <a:xfrm>
            <a:off x="5344999" y="67090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0BA54DD-A844-1E3C-A7D0-A68C687E9228}"/>
              </a:ext>
            </a:extLst>
          </p:cNvPr>
          <p:cNvSpPr txBox="1"/>
          <p:nvPr/>
        </p:nvSpPr>
        <p:spPr>
          <a:xfrm>
            <a:off x="6394165" y="6776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057FD61-0627-E8C6-63AE-3E54EC37A0E5}"/>
              </a:ext>
            </a:extLst>
          </p:cNvPr>
          <p:cNvSpPr txBox="1"/>
          <p:nvPr/>
        </p:nvSpPr>
        <p:spPr>
          <a:xfrm>
            <a:off x="5343372" y="360549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D3FE4E6-CAAC-D41D-4C86-9952AD5D8DE1}"/>
              </a:ext>
            </a:extLst>
          </p:cNvPr>
          <p:cNvSpPr txBox="1"/>
          <p:nvPr/>
        </p:nvSpPr>
        <p:spPr>
          <a:xfrm>
            <a:off x="6373625" y="301593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F707734-BA67-4C5D-C3F8-B225949A6C49}"/>
              </a:ext>
            </a:extLst>
          </p:cNvPr>
          <p:cNvSpPr txBox="1"/>
          <p:nvPr/>
        </p:nvSpPr>
        <p:spPr>
          <a:xfrm>
            <a:off x="5329613" y="302055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8D17E19-A9AD-9BA8-CB07-19668EF80E45}"/>
              </a:ext>
            </a:extLst>
          </p:cNvPr>
          <p:cNvSpPr txBox="1"/>
          <p:nvPr/>
        </p:nvSpPr>
        <p:spPr>
          <a:xfrm>
            <a:off x="6394985" y="360092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53E87D-37C7-D442-E24E-AA77EC2F9269}"/>
              </a:ext>
            </a:extLst>
          </p:cNvPr>
          <p:cNvSpPr txBox="1"/>
          <p:nvPr/>
        </p:nvSpPr>
        <p:spPr>
          <a:xfrm>
            <a:off x="6388004" y="27965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B8530724-E628-D709-54AD-2233856DEB00}"/>
              </a:ext>
            </a:extLst>
          </p:cNvPr>
          <p:cNvSpPr txBox="1"/>
          <p:nvPr/>
        </p:nvSpPr>
        <p:spPr>
          <a:xfrm>
            <a:off x="5327841" y="281417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EB628E9-6C59-9B70-227A-9A1F51197083}"/>
              </a:ext>
            </a:extLst>
          </p:cNvPr>
          <p:cNvSpPr txBox="1"/>
          <p:nvPr/>
        </p:nvSpPr>
        <p:spPr>
          <a:xfrm>
            <a:off x="5341112" y="22406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3625E3E-F093-3E92-7875-723F1328E3A2}"/>
              </a:ext>
            </a:extLst>
          </p:cNvPr>
          <p:cNvSpPr txBox="1"/>
          <p:nvPr/>
        </p:nvSpPr>
        <p:spPr>
          <a:xfrm>
            <a:off x="6390278" y="22474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D93EA1-75E5-3A7E-040E-7DB8AAD870C4}"/>
              </a:ext>
            </a:extLst>
          </p:cNvPr>
          <p:cNvGrpSpPr/>
          <p:nvPr/>
        </p:nvGrpSpPr>
        <p:grpSpPr>
          <a:xfrm>
            <a:off x="6583549" y="659745"/>
            <a:ext cx="3238181" cy="3218179"/>
            <a:chOff x="6559346" y="1452006"/>
            <a:chExt cx="3215851" cy="3195987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026AD504-AF40-AC16-AC35-899AAFA2121B}"/>
                </a:ext>
              </a:extLst>
            </p:cNvPr>
            <p:cNvGrpSpPr/>
            <p:nvPr/>
          </p:nvGrpSpPr>
          <p:grpSpPr>
            <a:xfrm>
              <a:off x="6559346" y="1453092"/>
              <a:ext cx="860622" cy="859536"/>
              <a:chOff x="4248912" y="1670304"/>
              <a:chExt cx="860622" cy="859536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CD15F2CC-F70B-B7B7-7C08-69877C46F30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0054F2B2-A1F8-D8B9-7450-1434EE80FD0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E552C37-605F-1F1B-DDCE-644FDC4F11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973D85-93ED-5E8D-04B3-C846B898098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28E8365-566D-5CEA-A807-1EE1EED33BB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09F0E754-2E5F-6187-EB81-0A3D292A4281}"/>
                </a:ext>
              </a:extLst>
            </p:cNvPr>
            <p:cNvGrpSpPr/>
            <p:nvPr/>
          </p:nvGrpSpPr>
          <p:grpSpPr>
            <a:xfrm>
              <a:off x="7342807" y="1452006"/>
              <a:ext cx="860622" cy="859536"/>
              <a:chOff x="4248912" y="1670304"/>
              <a:chExt cx="860622" cy="859536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3477715-311A-88EE-6345-B26B316840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28628BC-2CBD-E016-09AE-727115A76F8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C3F963EB-D54F-7AE8-1E2F-E6A4354DD09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08543A04-F1E2-819A-2E03-C6973AA9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D5B6F4EF-26EF-549A-C372-C58904F3FD9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B64994D-480C-75BA-C4DC-93AF1DD047AC}"/>
                </a:ext>
              </a:extLst>
            </p:cNvPr>
            <p:cNvGrpSpPr/>
            <p:nvPr/>
          </p:nvGrpSpPr>
          <p:grpSpPr>
            <a:xfrm>
              <a:off x="8126268" y="1452006"/>
              <a:ext cx="860622" cy="859536"/>
              <a:chOff x="4248912" y="1670304"/>
              <a:chExt cx="860622" cy="859536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456AA81E-5141-E585-002C-B62F8D79D66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E0D43529-676A-CF39-47ED-AA970D6D730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484772C-259C-521E-BDD2-5D5A4CDFF73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9438959-7108-CB19-30D1-E92F0118992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CFEAB2A1-7BB1-F043-606E-9DBA8A57B73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390C9772-275A-A4A2-3941-E7EB5050F740}"/>
                </a:ext>
              </a:extLst>
            </p:cNvPr>
            <p:cNvGrpSpPr/>
            <p:nvPr/>
          </p:nvGrpSpPr>
          <p:grpSpPr>
            <a:xfrm>
              <a:off x="6561936" y="2231881"/>
              <a:ext cx="860622" cy="859536"/>
              <a:chOff x="4248912" y="1670304"/>
              <a:chExt cx="860622" cy="859536"/>
            </a:xfrm>
          </p:grpSpPr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CCFFF4C7-916D-44A5-D05C-F2F15AFBBEE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FA41E781-AE95-73CC-EF72-80DCE504F37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2279C10D-1BE4-7987-2AD9-CD3AF4932CB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9C0FD66-60F1-3334-4980-0B3035C9FA6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BBC34C2B-BE25-D4B3-21C0-4981733F5CA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1003A36-4CE3-5493-DC75-8132F1CB5A6A}"/>
                </a:ext>
              </a:extLst>
            </p:cNvPr>
            <p:cNvGrpSpPr/>
            <p:nvPr/>
          </p:nvGrpSpPr>
          <p:grpSpPr>
            <a:xfrm>
              <a:off x="7345397" y="2231881"/>
              <a:ext cx="860622" cy="859536"/>
              <a:chOff x="4248912" y="1670304"/>
              <a:chExt cx="860622" cy="859536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08E2E7E-6586-E496-70B5-1AF1C9F0D38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8F2BE3C-8952-01A5-EE09-742DCFF7B88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30BB733E-7C22-644C-CA8E-C628B8E9D6B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D810FA96-ACD7-1415-27D2-BE44343183A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33869C2-02D9-82AE-7D2C-43D4BDCEB35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131D2CA1-EAF8-4E94-6C77-5B653AA4053A}"/>
                </a:ext>
              </a:extLst>
            </p:cNvPr>
            <p:cNvGrpSpPr/>
            <p:nvPr/>
          </p:nvGrpSpPr>
          <p:grpSpPr>
            <a:xfrm>
              <a:off x="8128858" y="2230795"/>
              <a:ext cx="860622" cy="859536"/>
              <a:chOff x="4248912" y="1670304"/>
              <a:chExt cx="860622" cy="85953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CA002F3-E04C-4D87-F235-3DE5901E5EB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E924B8D9-FD9A-6F2C-5A37-0466B086FFE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9A3DA46-7929-AF7B-B45E-C4A48F5D9AA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141B78F-D5F3-756D-E3E8-D5CE8FA87EA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EF45C96-026E-FE71-F349-05068181980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09FBD7C-5907-F0B1-A11E-E3D3E9D755BE}"/>
                </a:ext>
              </a:extLst>
            </p:cNvPr>
            <p:cNvGrpSpPr/>
            <p:nvPr/>
          </p:nvGrpSpPr>
          <p:grpSpPr>
            <a:xfrm>
              <a:off x="6561769" y="3002820"/>
              <a:ext cx="860622" cy="859536"/>
              <a:chOff x="4248912" y="1670304"/>
              <a:chExt cx="860622" cy="859536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285C9DCA-E153-EAE4-688E-39EAF002C01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1528FB51-D4C7-69E1-2C00-859C19ACD37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33E2E5E-DA13-8A4E-86DB-C43011A82F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C73DDC00-5287-5A6F-A42C-72B5B513D82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0DF2F6B8-E27C-CC0D-4A96-AE4E723B31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74F8E3C-8027-48BE-23FF-BCB138A55132}"/>
                </a:ext>
              </a:extLst>
            </p:cNvPr>
            <p:cNvGrpSpPr/>
            <p:nvPr/>
          </p:nvGrpSpPr>
          <p:grpSpPr>
            <a:xfrm>
              <a:off x="7345230" y="3007997"/>
              <a:ext cx="860622" cy="859536"/>
              <a:chOff x="4248912" y="1670304"/>
              <a:chExt cx="860622" cy="859536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EFF4946-ED23-0A4A-31DA-0AB67F72C7B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3225B636-3D73-D222-994E-D5D6B35BF1F4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B412E32-D2A7-8513-6B43-73A3BEA0D68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CD77B0B-BF5B-E241-A2BA-032F72071FE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A5ABE0CE-80B4-B887-A7C9-D69D7E608C0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9B3C63C7-6C6F-D03D-D39B-00EC0AEFECD6}"/>
                </a:ext>
              </a:extLst>
            </p:cNvPr>
            <p:cNvGrpSpPr/>
            <p:nvPr/>
          </p:nvGrpSpPr>
          <p:grpSpPr>
            <a:xfrm>
              <a:off x="8128691" y="3007997"/>
              <a:ext cx="860622" cy="859536"/>
              <a:chOff x="4248912" y="1670304"/>
              <a:chExt cx="860622" cy="85953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48DA68F-2E53-44D7-1439-129ADCAFB49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81D3B5A-107F-8370-E919-BA03E3931C0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7446DD2-13B0-DEDA-1BB6-32AE9F61344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E93424E2-6728-52AB-57C6-000BACEB16A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A467A91-DEF0-7059-83BD-5899FE4F5FB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524A1A9E-6A40-24ED-3186-B1D792ABD5CE}"/>
                </a:ext>
              </a:extLst>
            </p:cNvPr>
            <p:cNvGrpSpPr/>
            <p:nvPr/>
          </p:nvGrpSpPr>
          <p:grpSpPr>
            <a:xfrm>
              <a:off x="8911985" y="1452925"/>
              <a:ext cx="860622" cy="859536"/>
              <a:chOff x="4248912" y="1670304"/>
              <a:chExt cx="860622" cy="859536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CA9C62F3-8AF0-C297-571E-B0A12E4385C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F9467DE4-D10F-7F2E-5326-69AAB1AB8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2205846-6D35-07E4-8CC7-576AC6E29E59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8CEAD3A-41D0-E717-19D9-42A5E1FF035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3DC4986-548C-5FED-4AE3-D7BFE01A475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0FA4DD6-98A1-1ADC-9787-994DDBDCF61F}"/>
                </a:ext>
              </a:extLst>
            </p:cNvPr>
            <p:cNvGrpSpPr/>
            <p:nvPr/>
          </p:nvGrpSpPr>
          <p:grpSpPr>
            <a:xfrm>
              <a:off x="8914575" y="2232800"/>
              <a:ext cx="860622" cy="859536"/>
              <a:chOff x="4248912" y="1670304"/>
              <a:chExt cx="860622" cy="859536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7A304B42-0D4C-D36D-0FD4-33AE777CC59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1651155-90CF-E2D3-DFEB-8C07A1547D9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3DFFC6F1-8D25-08F8-CD3C-91E30C42EB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44C99DA4-3CB9-ED1F-40D8-66970C304B3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8A94EB3-5250-CC91-76F5-5A8321A723D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AFF4047-2BF6-278D-E292-71D3297A3A49}"/>
                </a:ext>
              </a:extLst>
            </p:cNvPr>
            <p:cNvGrpSpPr/>
            <p:nvPr/>
          </p:nvGrpSpPr>
          <p:grpSpPr>
            <a:xfrm>
              <a:off x="8914408" y="3008916"/>
              <a:ext cx="860622" cy="859536"/>
              <a:chOff x="4248912" y="1670304"/>
              <a:chExt cx="860622" cy="85953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1225E13-2731-9687-508C-1AE98E7CB55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E376B853-A197-5AD8-55DA-EC55DFA0357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5AA05E2E-95FA-7F0D-6C2C-9965C8C04FC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51BECFCF-99B4-2AFC-297F-FE2BA894741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F78EDCF-5E17-0BEB-1702-92AF24AFDCD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AC2E8E8C-18EB-2567-8ACB-77C68565C9B2}"/>
                </a:ext>
              </a:extLst>
            </p:cNvPr>
            <p:cNvGrpSpPr/>
            <p:nvPr/>
          </p:nvGrpSpPr>
          <p:grpSpPr>
            <a:xfrm>
              <a:off x="6559346" y="3787538"/>
              <a:ext cx="860622" cy="859536"/>
              <a:chOff x="4248912" y="1670304"/>
              <a:chExt cx="860622" cy="859536"/>
            </a:xfrm>
          </p:grpSpPr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7B84EA9D-DE10-F08B-977C-EBA31F6A95E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873D472F-8C9D-0121-5813-A00B05A3849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B78354EF-3BC2-C4BB-2071-587D2643183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161845D2-6FF0-8C4F-7D84-718B4582DECB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5CC7AC92-CD1D-8996-A34D-F0BD88F98A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6C23AE3-DEFB-6DD9-1F22-79D87C165669}"/>
                </a:ext>
              </a:extLst>
            </p:cNvPr>
            <p:cNvGrpSpPr/>
            <p:nvPr/>
          </p:nvGrpSpPr>
          <p:grpSpPr>
            <a:xfrm>
              <a:off x="7342807" y="3787538"/>
              <a:ext cx="860622" cy="859536"/>
              <a:chOff x="4248912" y="1670304"/>
              <a:chExt cx="860622" cy="859536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42A45682-A998-ADC9-ECB5-7839E3AA26C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19A97BC-CF3A-8121-19C7-8F60252E833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2EA22A5-15B8-C4D6-B0BE-5E0811966D9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36EEA8AE-5D64-B8E8-1750-461265C5E39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F57B239-25C3-1F42-9615-D9D777C6EBF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7C8D6C86-56B7-C8C3-4B41-094260357AA6}"/>
                </a:ext>
              </a:extLst>
            </p:cNvPr>
            <p:cNvGrpSpPr/>
            <p:nvPr/>
          </p:nvGrpSpPr>
          <p:grpSpPr>
            <a:xfrm>
              <a:off x="8126268" y="3786452"/>
              <a:ext cx="860622" cy="859536"/>
              <a:chOff x="4248912" y="1670304"/>
              <a:chExt cx="860622" cy="85953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E7CBB517-4986-6E53-EBFE-93CDC3F813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C63DBA5-3770-13C3-4114-8FA35B17209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91AAD5C-CC08-3B15-8DC9-6FCE5C21616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F9D4C91-1A14-727C-87E7-D94CD17A4B8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5DDE524-98A8-5AF3-A417-52CA9A735D9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4777B39B-16F5-388C-8B9B-9D41DF3BFD1D}"/>
                </a:ext>
              </a:extLst>
            </p:cNvPr>
            <p:cNvGrpSpPr/>
            <p:nvPr/>
          </p:nvGrpSpPr>
          <p:grpSpPr>
            <a:xfrm>
              <a:off x="8911985" y="3788457"/>
              <a:ext cx="860622" cy="859536"/>
              <a:chOff x="4248912" y="1670304"/>
              <a:chExt cx="860622" cy="859536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ECB07DBC-7BE5-2111-E49A-0362839673D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97DCC0B2-9DAD-1535-25C8-48D3C9BF8D5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560B4D22-F206-9559-FC61-76536302B0F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BD9228C7-C3BD-2EDB-6252-964E13965F7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EA822B-80EC-1FC0-629F-903B10F20F4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9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97602-D46C-71E9-3FF5-F92951421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416AE-1FDA-8728-9E5D-8C6BFCD1A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CCF6E3-9FE4-ADE3-A1AD-7B6FBC0AD175}"/>
              </a:ext>
            </a:extLst>
          </p:cNvPr>
          <p:cNvGrpSpPr/>
          <p:nvPr/>
        </p:nvGrpSpPr>
        <p:grpSpPr>
          <a:xfrm rot="5400000" flipV="1">
            <a:off x="5205741" y="1460754"/>
            <a:ext cx="1269250" cy="3132928"/>
            <a:chOff x="6397348" y="779214"/>
            <a:chExt cx="1262234" cy="313125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3B1D0E-993F-07CB-4EAE-EBA77A735AEF}"/>
                </a:ext>
              </a:extLst>
            </p:cNvPr>
            <p:cNvSpPr/>
            <p:nvPr/>
          </p:nvSpPr>
          <p:spPr>
            <a:xfrm>
              <a:off x="6398681" y="779214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B7716F-F879-B434-061B-EE907DBAF79A}"/>
                </a:ext>
              </a:extLst>
            </p:cNvPr>
            <p:cNvSpPr/>
            <p:nvPr/>
          </p:nvSpPr>
          <p:spPr>
            <a:xfrm>
              <a:off x="6401125" y="2343067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8A9AD5-255D-2CC4-23AF-AC8BB80342B5}"/>
                </a:ext>
              </a:extLst>
            </p:cNvPr>
            <p:cNvSpPr/>
            <p:nvPr/>
          </p:nvSpPr>
          <p:spPr>
            <a:xfrm rot="10800000">
              <a:off x="6400480" y="1566326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2DA829D-3DD3-C0A6-865D-9E0EEC5DFBE6}"/>
                </a:ext>
              </a:extLst>
            </p:cNvPr>
            <p:cNvSpPr/>
            <p:nvPr/>
          </p:nvSpPr>
          <p:spPr>
            <a:xfrm rot="10800000">
              <a:off x="6397348" y="3130179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AC3D03D-B22D-8A84-E4E0-AB95BF012301}"/>
              </a:ext>
            </a:extLst>
          </p:cNvPr>
          <p:cNvGrpSpPr/>
          <p:nvPr/>
        </p:nvGrpSpPr>
        <p:grpSpPr>
          <a:xfrm rot="16200000" flipV="1">
            <a:off x="5168261" y="1424320"/>
            <a:ext cx="1349537" cy="3190321"/>
            <a:chOff x="6350868" y="743742"/>
            <a:chExt cx="1349537" cy="318544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59F452-FA5E-5429-BFE7-049317DB2B08}"/>
                </a:ext>
              </a:extLst>
            </p:cNvPr>
            <p:cNvSpPr txBox="1"/>
            <p:nvPr/>
          </p:nvSpPr>
          <p:spPr>
            <a:xfrm rot="5400000">
              <a:off x="6373493" y="210146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0C3079C-11A9-85B5-F0A9-EFE4D91E42F9}"/>
                </a:ext>
              </a:extLst>
            </p:cNvPr>
            <p:cNvSpPr txBox="1"/>
            <p:nvPr/>
          </p:nvSpPr>
          <p:spPr>
            <a:xfrm rot="5400000">
              <a:off x="7407120" y="152229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188DDF-9D2D-450D-9E08-D5BA6EEF637C}"/>
                </a:ext>
              </a:extLst>
            </p:cNvPr>
            <p:cNvSpPr txBox="1"/>
            <p:nvPr/>
          </p:nvSpPr>
          <p:spPr>
            <a:xfrm rot="5400000">
              <a:off x="6359734" y="151652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437CF59-B3E1-F0D5-C681-7298D6FBC453}"/>
                </a:ext>
              </a:extLst>
            </p:cNvPr>
            <p:cNvSpPr txBox="1"/>
            <p:nvPr/>
          </p:nvSpPr>
          <p:spPr>
            <a:xfrm rot="5400000">
              <a:off x="7425106" y="209689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B615F6-A36E-8C7F-9D65-3D5E8DB6E428}"/>
                </a:ext>
              </a:extLst>
            </p:cNvPr>
            <p:cNvSpPr txBox="1"/>
            <p:nvPr/>
          </p:nvSpPr>
          <p:spPr>
            <a:xfrm rot="5400000">
              <a:off x="7422154" y="288631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35AC93-FD14-67E1-C0C7-E0F7D13D2FF0}"/>
                </a:ext>
              </a:extLst>
            </p:cNvPr>
            <p:cNvSpPr txBox="1"/>
            <p:nvPr/>
          </p:nvSpPr>
          <p:spPr>
            <a:xfrm rot="5400000">
              <a:off x="7406788" y="13089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97BE87-96F9-B17E-8D48-D43382BCC6B9}"/>
                </a:ext>
              </a:extLst>
            </p:cNvPr>
            <p:cNvSpPr txBox="1"/>
            <p:nvPr/>
          </p:nvSpPr>
          <p:spPr>
            <a:xfrm rot="5400000">
              <a:off x="6363276" y="307293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4FC86AC-23B7-AA3A-A291-497F8D29114E}"/>
                </a:ext>
              </a:extLst>
            </p:cNvPr>
            <p:cNvSpPr txBox="1"/>
            <p:nvPr/>
          </p:nvSpPr>
          <p:spPr>
            <a:xfrm rot="5400000">
              <a:off x="7428648" y="365330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ACCB17B-15C6-BB72-0E07-D7D16FDD1D94}"/>
                </a:ext>
              </a:extLst>
            </p:cNvPr>
            <p:cNvSpPr txBox="1"/>
            <p:nvPr/>
          </p:nvSpPr>
          <p:spPr>
            <a:xfrm rot="5400000">
              <a:off x="6368132" y="28740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842A4C3-70DF-6946-F7F6-5DD77BB2FE7E}"/>
                </a:ext>
              </a:extLst>
            </p:cNvPr>
            <p:cNvSpPr txBox="1"/>
            <p:nvPr/>
          </p:nvSpPr>
          <p:spPr>
            <a:xfrm rot="5400000">
              <a:off x="6357962" y="131014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F810AA-8233-DFBB-4D5A-2ACA5ED8CB7E}"/>
                </a:ext>
              </a:extLst>
            </p:cNvPr>
            <p:cNvSpPr txBox="1"/>
            <p:nvPr/>
          </p:nvSpPr>
          <p:spPr>
            <a:xfrm rot="5400000">
              <a:off x="6371537" y="229746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F88305-79C5-02E4-17DB-E7E39A9C78AD}"/>
                </a:ext>
              </a:extLst>
            </p:cNvPr>
            <p:cNvSpPr txBox="1"/>
            <p:nvPr/>
          </p:nvSpPr>
          <p:spPr>
            <a:xfrm rot="5400000">
              <a:off x="6371229" y="73664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E4E324-FFAA-28B8-73A9-78632C04B544}"/>
                </a:ext>
              </a:extLst>
            </p:cNvPr>
            <p:cNvSpPr txBox="1"/>
            <p:nvPr/>
          </p:nvSpPr>
          <p:spPr>
            <a:xfrm rot="5400000">
              <a:off x="6364270" y="365928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39A18A3-2775-951D-0FF2-E57516B87693}"/>
                </a:ext>
              </a:extLst>
            </p:cNvPr>
            <p:cNvSpPr txBox="1"/>
            <p:nvPr/>
          </p:nvSpPr>
          <p:spPr>
            <a:xfrm rot="5400000">
              <a:off x="7430500" y="2301365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EA55E40-6873-B755-2421-CA25C6C87E4B}"/>
                </a:ext>
              </a:extLst>
            </p:cNvPr>
            <p:cNvSpPr txBox="1"/>
            <p:nvPr/>
          </p:nvSpPr>
          <p:spPr>
            <a:xfrm rot="5400000">
              <a:off x="7420399" y="74342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5B6139-E411-FD54-3D6F-EAB58F77D2A3}"/>
                </a:ext>
              </a:extLst>
            </p:cNvPr>
            <p:cNvSpPr txBox="1"/>
            <p:nvPr/>
          </p:nvSpPr>
          <p:spPr>
            <a:xfrm rot="5400000">
              <a:off x="7416581" y="308490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386C44-45B6-9CEB-50AF-3B7F3D54C576}"/>
              </a:ext>
            </a:extLst>
          </p:cNvPr>
          <p:cNvGrpSpPr/>
          <p:nvPr/>
        </p:nvGrpSpPr>
        <p:grpSpPr>
          <a:xfrm>
            <a:off x="4222605" y="-767346"/>
            <a:ext cx="860622" cy="859536"/>
            <a:chOff x="4248912" y="1670304"/>
            <a:chExt cx="860622" cy="85953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FD9E2C7-25D5-EF9A-34F7-0190977AEDD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95FFFD-DB6E-6A2C-9AA3-C6E10DD9D0C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D6A3BA-8FC5-82ED-D9BF-3C6C3324D7F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39B00A8-CC71-E6A2-52CB-C38B76A341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DAB2966-67BB-7F68-B827-00CF1052454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04F6E5-EC12-C5A3-002F-EC7FFA850A5F}"/>
              </a:ext>
            </a:extLst>
          </p:cNvPr>
          <p:cNvGrpSpPr/>
          <p:nvPr/>
        </p:nvGrpSpPr>
        <p:grpSpPr>
          <a:xfrm>
            <a:off x="5006066" y="-768432"/>
            <a:ext cx="860622" cy="859536"/>
            <a:chOff x="4248912" y="1670304"/>
            <a:chExt cx="860622" cy="85953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01C5432-B6A8-2AEF-F267-E73D4D22735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52CB07C-4AD9-8FBD-E691-BE3161B47B1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B7608E5-1B70-F429-5884-BEC0C00C24E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CC5D19F-88EE-317D-CF4B-1D51B1A4D1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114F007-26F7-18AB-9FEB-5032E8A0F5B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1D306FC-CD06-0378-BFED-264E87540FEC}"/>
              </a:ext>
            </a:extLst>
          </p:cNvPr>
          <p:cNvGrpSpPr/>
          <p:nvPr/>
        </p:nvGrpSpPr>
        <p:grpSpPr>
          <a:xfrm>
            <a:off x="5789527" y="-768432"/>
            <a:ext cx="860622" cy="859536"/>
            <a:chOff x="4248912" y="1670304"/>
            <a:chExt cx="860622" cy="859536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FF2E3C3-BA46-3C78-41C6-57BF9828FB6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05E889-4694-B3AC-9810-ABEB1F28F48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6ABF4C0-939F-5A9A-9052-8160FE0F677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0090105-C4B8-AC8B-9956-6C61AB86E7E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CFB65AC-AADF-1C99-70B3-B14D5DFDE16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728A3F4-9080-37B6-706C-041DFB08A3E2}"/>
              </a:ext>
            </a:extLst>
          </p:cNvPr>
          <p:cNvGrpSpPr/>
          <p:nvPr/>
        </p:nvGrpSpPr>
        <p:grpSpPr>
          <a:xfrm>
            <a:off x="4225195" y="11443"/>
            <a:ext cx="860622" cy="859536"/>
            <a:chOff x="4248912" y="1670304"/>
            <a:chExt cx="860622" cy="859536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786B68-CEC2-3012-9C76-504C4C0F27B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B9C7F8D-E360-0672-C8FB-84DF0EA0A1D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A6030E-5304-899E-59E2-C2DCB1014D97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E97A8B7-C594-D075-B9D5-5BC91ACECCB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3F6A80-BDB8-81A8-570D-C96CF128895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4B1C72-2BEC-520C-2EFC-E37404150BB6}"/>
              </a:ext>
            </a:extLst>
          </p:cNvPr>
          <p:cNvGrpSpPr/>
          <p:nvPr/>
        </p:nvGrpSpPr>
        <p:grpSpPr>
          <a:xfrm>
            <a:off x="5008656" y="11443"/>
            <a:ext cx="860622" cy="859536"/>
            <a:chOff x="4248912" y="1670304"/>
            <a:chExt cx="860622" cy="85953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C15D23B-861B-12F6-21B4-9B6DED89F4F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40EDBD-C80D-36E2-851C-2D1C191FF8E2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6349213-961B-E47F-C0DA-05461654BEC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CD64A1D-943E-E06D-0E1F-60E615A4FD7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38BDB89-31A8-90A5-1D31-117F192AB2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2E755AA-65A0-7B97-2BBD-66FF7E29D855}"/>
              </a:ext>
            </a:extLst>
          </p:cNvPr>
          <p:cNvGrpSpPr/>
          <p:nvPr/>
        </p:nvGrpSpPr>
        <p:grpSpPr>
          <a:xfrm>
            <a:off x="5792117" y="10357"/>
            <a:ext cx="860622" cy="859536"/>
            <a:chOff x="4248912" y="1670304"/>
            <a:chExt cx="860622" cy="85953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8837DA4-A068-CEC2-C493-D5CBA355476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DD0DEE9-D342-CAE7-BE5E-80B1C24711D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2D1173B-2DA3-89C9-5DA9-EA63E9F448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EB0325B-12C8-0FFB-8E11-76F576147DD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E23A1B6-E39A-ABCF-1894-FE85DE09D5E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978064-7AEE-6963-121D-46D17C0DAA71}"/>
              </a:ext>
            </a:extLst>
          </p:cNvPr>
          <p:cNvGrpSpPr/>
          <p:nvPr/>
        </p:nvGrpSpPr>
        <p:grpSpPr>
          <a:xfrm>
            <a:off x="4225028" y="782382"/>
            <a:ext cx="860622" cy="859536"/>
            <a:chOff x="4248912" y="1670304"/>
            <a:chExt cx="860622" cy="859536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104843D-840E-86A0-B376-842288632FE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EF59D2-23EE-1372-1D59-B776F44053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773567D-EE7E-5B4E-4B8D-6DB65EFAD4B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9B3D125-6AD2-1BAA-5A32-83CDF29264F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999633-D983-74B7-9DC0-1ACF18B960F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BA9392-B61D-80E4-D136-35AB122FD2E0}"/>
              </a:ext>
            </a:extLst>
          </p:cNvPr>
          <p:cNvGrpSpPr/>
          <p:nvPr/>
        </p:nvGrpSpPr>
        <p:grpSpPr>
          <a:xfrm>
            <a:off x="5008489" y="787559"/>
            <a:ext cx="860622" cy="859536"/>
            <a:chOff x="4248912" y="1670304"/>
            <a:chExt cx="860622" cy="85953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ABA4D4B-3568-9398-6EFA-0C8B3A0AE8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7C52388-6EFB-25F3-498A-7F1679E1B20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48D8F-592C-2BAF-E94A-934589000F0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C7CF034-CBBC-46D3-B4BC-AFBAB52E2B3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9D0D9C8-2882-4055-53D2-11DCE479573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06EA788-5A2E-553C-0892-65D40CD35CCA}"/>
              </a:ext>
            </a:extLst>
          </p:cNvPr>
          <p:cNvGrpSpPr/>
          <p:nvPr/>
        </p:nvGrpSpPr>
        <p:grpSpPr>
          <a:xfrm>
            <a:off x="5791950" y="787559"/>
            <a:ext cx="860622" cy="859536"/>
            <a:chOff x="4248912" y="1670304"/>
            <a:chExt cx="860622" cy="85953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536530A-43A0-D569-7E51-5D5A45EFC60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94EF23-21C3-ECAD-A018-53BDEBC2518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15FB05D-E692-0DFA-1710-CE1F2CEDB46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83A5AA8-3CF4-60AB-A3AB-04A7D5855DF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431657E-84B2-DB65-E016-3199310C3A1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0C29AC0-137A-7CF3-7CCD-AAE1E2BDC0D3}"/>
              </a:ext>
            </a:extLst>
          </p:cNvPr>
          <p:cNvGrpSpPr/>
          <p:nvPr/>
        </p:nvGrpSpPr>
        <p:grpSpPr>
          <a:xfrm>
            <a:off x="6575244" y="-767513"/>
            <a:ext cx="860622" cy="859536"/>
            <a:chOff x="4248912" y="1670304"/>
            <a:chExt cx="860622" cy="859536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E65D8BE-2E2A-16BC-63BF-B3E08CD70AC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E85E62-277A-55C7-D818-67EEC9339F0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AAAD538-6BBB-9C62-35EC-E4ED6D37AB3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96A8BB8-424A-FAB4-866F-346D0A6F7ED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91C46FF-25D4-27ED-1C55-33BB6DCA0F6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3D061DD-0B6D-6317-D966-A1165020A977}"/>
              </a:ext>
            </a:extLst>
          </p:cNvPr>
          <p:cNvGrpSpPr/>
          <p:nvPr/>
        </p:nvGrpSpPr>
        <p:grpSpPr>
          <a:xfrm>
            <a:off x="6577834" y="12362"/>
            <a:ext cx="860622" cy="859536"/>
            <a:chOff x="4248912" y="1670304"/>
            <a:chExt cx="860622" cy="859536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1C4FC4C6-F7B3-445E-D47E-84F089DD957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A29E5EC-B844-50E3-374C-F8250816614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574ADD3-92B2-2A34-2EC5-340B37E7B4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1F7180F-A0B4-D3A8-397E-2D15060B6DE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9F033B-E361-E33B-5556-A92CB344D8B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536329F-83AF-54FA-873A-4B6B96D89919}"/>
              </a:ext>
            </a:extLst>
          </p:cNvPr>
          <p:cNvGrpSpPr/>
          <p:nvPr/>
        </p:nvGrpSpPr>
        <p:grpSpPr>
          <a:xfrm>
            <a:off x="6577667" y="788478"/>
            <a:ext cx="860622" cy="859536"/>
            <a:chOff x="4248912" y="1670304"/>
            <a:chExt cx="860622" cy="859536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52BF88F-A780-5155-7910-1AF83974B32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B21EE78-0E02-9F62-CA9E-D87E7C5C8D6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882661C-40AA-1B79-F8D0-99FCD89B979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CA78D01-8823-AB25-6012-DE2D55CD20EC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F2EBA1-D513-E240-89D4-7F697C2C95E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C5A703E-A69D-AE46-4946-BDE01EF88B78}"/>
              </a:ext>
            </a:extLst>
          </p:cNvPr>
          <p:cNvGrpSpPr/>
          <p:nvPr/>
        </p:nvGrpSpPr>
        <p:grpSpPr>
          <a:xfrm>
            <a:off x="4222605" y="1567100"/>
            <a:ext cx="860622" cy="859536"/>
            <a:chOff x="4248912" y="1670304"/>
            <a:chExt cx="860622" cy="8595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E6A2F08-FD34-CFAC-CFE5-63F94BFF967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6625DB7-4444-261A-28CD-97950B538BA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26D35D5-E32C-5B76-46FB-90354D40B44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EEFACDD-C0B8-9B2F-2BBE-267EA987FA1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0DAC777-65D3-B1BA-4FA1-1A57538DC47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C6A4C4-E708-1341-A186-80529C40321B}"/>
              </a:ext>
            </a:extLst>
          </p:cNvPr>
          <p:cNvGrpSpPr/>
          <p:nvPr/>
        </p:nvGrpSpPr>
        <p:grpSpPr>
          <a:xfrm>
            <a:off x="5006066" y="1567100"/>
            <a:ext cx="860622" cy="859536"/>
            <a:chOff x="4248912" y="1670304"/>
            <a:chExt cx="860622" cy="8595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11B4D43-0C3E-3C78-3D2E-EE39944E22C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E355040-BE4F-8A59-BB83-8B899D8671E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BD991DD-74B9-28B0-DF5A-F8C1FEDA56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6545EDD-0BDE-56BD-6EA1-58AEE02E9D3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505D74B-B434-DDA6-4F03-725D6E0DB72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950AE2E5-B876-59B8-7622-06642319F5DD}"/>
              </a:ext>
            </a:extLst>
          </p:cNvPr>
          <p:cNvGrpSpPr/>
          <p:nvPr/>
        </p:nvGrpSpPr>
        <p:grpSpPr>
          <a:xfrm>
            <a:off x="5789527" y="1566014"/>
            <a:ext cx="860622" cy="859536"/>
            <a:chOff x="4248912" y="1670304"/>
            <a:chExt cx="860622" cy="859536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48CF944-D178-6C6B-1972-BE16AF8EBE0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A444817-0BC1-DDFC-21A1-BC04495CCF2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0EBC8F8-06E8-47B7-D14A-9EB299EACD9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29CD3D3-257B-5771-3F16-7C387D6C039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FDFEE45-C0CA-88D9-74C7-C7C755ABE8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3D49256-FABA-BFA8-F928-E10033EE65F4}"/>
              </a:ext>
            </a:extLst>
          </p:cNvPr>
          <p:cNvGrpSpPr/>
          <p:nvPr/>
        </p:nvGrpSpPr>
        <p:grpSpPr>
          <a:xfrm>
            <a:off x="6575244" y="1568019"/>
            <a:ext cx="860622" cy="859536"/>
            <a:chOff x="4248912" y="1670304"/>
            <a:chExt cx="860622" cy="8595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7967160-431B-CBA7-AF9C-5A582CBB57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BA6AA17-5DD4-7A4A-2E52-CC1D0316BF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D7C9D7C-6106-BEDF-0221-06DC1CE70AC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233E3476-6E47-B046-90B7-EB345ED873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040C47B-4A47-F0B8-3427-A2B32DC8D3B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8B88C9-1009-16D3-6A9B-EE586652869C}"/>
              </a:ext>
            </a:extLst>
          </p:cNvPr>
          <p:cNvGrpSpPr/>
          <p:nvPr/>
        </p:nvGrpSpPr>
        <p:grpSpPr>
          <a:xfrm>
            <a:off x="4222605" y="3614694"/>
            <a:ext cx="3218583" cy="3224848"/>
            <a:chOff x="4225337" y="3614694"/>
            <a:chExt cx="3215851" cy="3195987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2F77387-12DD-D9E5-1052-7520F7418BDE}"/>
                </a:ext>
              </a:extLst>
            </p:cNvPr>
            <p:cNvGrpSpPr/>
            <p:nvPr/>
          </p:nvGrpSpPr>
          <p:grpSpPr>
            <a:xfrm>
              <a:off x="4225337" y="3615780"/>
              <a:ext cx="860622" cy="859536"/>
              <a:chOff x="4248912" y="1670304"/>
              <a:chExt cx="860622" cy="85953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8EDE21ED-A613-A864-F5C2-7959A8BAC09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927E9B6-0E4C-BDCF-9602-7A0F2FF93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70EB9ADC-A98C-C47F-2B9F-CFE7B31E3B6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8BBB62A5-A3B3-055D-FC25-76A17DEA23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9C565E31-D1FF-AA43-AD71-728277008FC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1FEBBAD-8124-1E09-C868-11F981343122}"/>
                </a:ext>
              </a:extLst>
            </p:cNvPr>
            <p:cNvGrpSpPr/>
            <p:nvPr/>
          </p:nvGrpSpPr>
          <p:grpSpPr>
            <a:xfrm>
              <a:off x="5008798" y="3614694"/>
              <a:ext cx="860622" cy="859536"/>
              <a:chOff x="4248912" y="1670304"/>
              <a:chExt cx="860622" cy="859536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62A77C63-0134-B04F-A5A6-C3883AF07A7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D73E2F00-0B56-1708-C776-C7E0F30AC24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C3F7BD88-B39D-F6C2-A19F-AE51F171A2F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16204841-9CC0-CF69-1F86-FA277211528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0FFAB5B0-A567-9FC4-E755-4234A3C139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DE7360F5-52E9-4A67-4E3A-FE71EED826E6}"/>
                </a:ext>
              </a:extLst>
            </p:cNvPr>
            <p:cNvGrpSpPr/>
            <p:nvPr/>
          </p:nvGrpSpPr>
          <p:grpSpPr>
            <a:xfrm>
              <a:off x="5792259" y="3614694"/>
              <a:ext cx="860622" cy="859536"/>
              <a:chOff x="4248912" y="1670304"/>
              <a:chExt cx="860622" cy="859536"/>
            </a:xfrm>
          </p:grpSpPr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EF2FEBB-D8FD-C73F-1133-B24671BA712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6453B4F-5A26-85F1-BA2F-4325DFBE6F60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FF05D3D-C405-1CD7-2F4E-4D70BFA4320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708E9165-F380-9FB6-1069-EA1915E7D94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11B647B-27A3-2F74-A43D-566AD3C9974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62B480D-C5DE-2FF8-094B-45B42C369B0E}"/>
                </a:ext>
              </a:extLst>
            </p:cNvPr>
            <p:cNvGrpSpPr/>
            <p:nvPr/>
          </p:nvGrpSpPr>
          <p:grpSpPr>
            <a:xfrm>
              <a:off x="4227927" y="4394569"/>
              <a:ext cx="860622" cy="859536"/>
              <a:chOff x="4248912" y="1670304"/>
              <a:chExt cx="860622" cy="859536"/>
            </a:xfrm>
          </p:grpSpPr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AA94AC44-D603-F786-38E7-A55E8E52088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76E93E1E-C7D1-15BA-52DE-4265543017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8E7A5528-1F99-8F51-6ED3-D8011C49C4A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5613BA92-5759-CC65-431D-9486AA4A325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B6A177A5-0FA1-A830-FF21-343B6CDD52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8BA1776-4877-89D0-A1F0-6C33B8D15F9A}"/>
                </a:ext>
              </a:extLst>
            </p:cNvPr>
            <p:cNvGrpSpPr/>
            <p:nvPr/>
          </p:nvGrpSpPr>
          <p:grpSpPr>
            <a:xfrm>
              <a:off x="5011388" y="4394569"/>
              <a:ext cx="860622" cy="859536"/>
              <a:chOff x="4248912" y="1670304"/>
              <a:chExt cx="860622" cy="859536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4085A12-038A-11C3-AC77-B32BE086518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C68F0D0B-0E37-BDF1-67AF-85FC9D08EEB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3FC1F5F-4489-9D45-B3D7-A48B253BA9F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2D312ADD-48BE-5F85-A3EA-276658FCF7D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41B8803C-F371-79A9-F3D3-CD700DEBF0D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7010E8E5-5DC4-81EE-698C-6052037444E9}"/>
                </a:ext>
              </a:extLst>
            </p:cNvPr>
            <p:cNvGrpSpPr/>
            <p:nvPr/>
          </p:nvGrpSpPr>
          <p:grpSpPr>
            <a:xfrm>
              <a:off x="5794849" y="4393483"/>
              <a:ext cx="860622" cy="859536"/>
              <a:chOff x="4248912" y="1670304"/>
              <a:chExt cx="860622" cy="859536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113528CB-F530-0F3C-5F26-17FE67554D3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B52B420-56CF-C640-2AE5-31C71B7081F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2E596215-4321-7CDD-B682-8EE1F8C9D75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9E211EF-79D0-5080-7AFC-5F0328DFA71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4D32EC35-CC77-E6C5-9A91-261F2B6A333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CD94DBA9-BC34-A096-09B3-FB5C8819C179}"/>
                </a:ext>
              </a:extLst>
            </p:cNvPr>
            <p:cNvGrpSpPr/>
            <p:nvPr/>
          </p:nvGrpSpPr>
          <p:grpSpPr>
            <a:xfrm>
              <a:off x="4227760" y="5165508"/>
              <a:ext cx="860622" cy="859536"/>
              <a:chOff x="4248912" y="1670304"/>
              <a:chExt cx="860622" cy="859536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5B11328-B804-4B03-3A7B-A827B7A97D61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D8F2DAD-38C2-FECE-E52F-72A042FD252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261CDA1-8BD2-3775-8A24-13B20517E687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5DCAA0-8E14-487B-46CB-FE0FC7091BE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E40B3B-F807-FBD5-22ED-D050B058315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5AB13F3F-121A-0B9C-E85F-9EA0C6124FEE}"/>
                </a:ext>
              </a:extLst>
            </p:cNvPr>
            <p:cNvGrpSpPr/>
            <p:nvPr/>
          </p:nvGrpSpPr>
          <p:grpSpPr>
            <a:xfrm>
              <a:off x="5011221" y="5170685"/>
              <a:ext cx="860622" cy="859536"/>
              <a:chOff x="4248912" y="1670304"/>
              <a:chExt cx="860622" cy="859536"/>
            </a:xfrm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1E60AAB8-65ED-85CD-9B06-905CBE787C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6428DBC9-8CE4-7985-C226-17365A693CE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CDB0379B-0C24-4D91-6C23-84E5DD82B05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67C229C1-8C3A-07EB-D9A7-15FEF380693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CED47FF4-1F6D-C426-023E-75540D6D6FB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8C65615-0C38-7232-91D3-1BC338F418E5}"/>
                </a:ext>
              </a:extLst>
            </p:cNvPr>
            <p:cNvGrpSpPr/>
            <p:nvPr/>
          </p:nvGrpSpPr>
          <p:grpSpPr>
            <a:xfrm>
              <a:off x="5794682" y="5170685"/>
              <a:ext cx="860622" cy="859536"/>
              <a:chOff x="4248912" y="1670304"/>
              <a:chExt cx="860622" cy="859536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D49E80A5-8CEC-B2BE-AE89-66EA21E60F4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807EB716-972B-B9DC-3788-22167456406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66A53C67-9C8D-CC00-7F08-9E8CA9AE917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F28522F-9BE1-613E-EDE2-BD84FDA661B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4AB6D80F-17B1-3ED1-81A9-E2933B1A418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ED2A7AC1-06F9-6FCF-628C-ECF79235CE25}"/>
                </a:ext>
              </a:extLst>
            </p:cNvPr>
            <p:cNvGrpSpPr/>
            <p:nvPr/>
          </p:nvGrpSpPr>
          <p:grpSpPr>
            <a:xfrm>
              <a:off x="6577976" y="3615613"/>
              <a:ext cx="860622" cy="859536"/>
              <a:chOff x="4248912" y="1670304"/>
              <a:chExt cx="860622" cy="859536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E0A3E14-4E6F-E8DD-38F9-4251C24FAD0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466E8EAF-C97C-DFC8-DB97-620ECD8B894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D0ECEF3-CDA2-4DC7-2AF8-63D9DEAD5B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AFAF04-DE27-D5AE-1B51-3D8F8C17D10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439F450-BEF1-727B-796D-157C9B2AD458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35EDC78-43F9-8E53-0F09-54F3C4D9B9C3}"/>
                </a:ext>
              </a:extLst>
            </p:cNvPr>
            <p:cNvGrpSpPr/>
            <p:nvPr/>
          </p:nvGrpSpPr>
          <p:grpSpPr>
            <a:xfrm>
              <a:off x="6580566" y="4395488"/>
              <a:ext cx="860622" cy="859536"/>
              <a:chOff x="4248912" y="1670304"/>
              <a:chExt cx="860622" cy="859536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C9478BCF-69E7-063A-2275-2CEB51E24E5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AE245EFE-927C-773D-5BF7-A35FDFC1CE2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69180EEA-748F-F6CD-099A-0F211E20618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A795674-7637-EEE3-8A10-2B8AD62D548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778CDCE6-AC3E-2BC3-1322-8A7C0C0A775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09ADC59-BFB2-8E49-E551-D7527A7BE7C3}"/>
                </a:ext>
              </a:extLst>
            </p:cNvPr>
            <p:cNvGrpSpPr/>
            <p:nvPr/>
          </p:nvGrpSpPr>
          <p:grpSpPr>
            <a:xfrm>
              <a:off x="6580399" y="5171604"/>
              <a:ext cx="860622" cy="859536"/>
              <a:chOff x="4248912" y="1670304"/>
              <a:chExt cx="860622" cy="859536"/>
            </a:xfrm>
          </p:grpSpPr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B47A0417-D574-C93F-A0FC-D119FAB3AA6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C8D3ADC-3078-B13A-19AF-B46FE454DCC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C442E4F8-701B-2BE6-C819-08132F732D3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1BD9B8C-D244-3141-2B33-CC2920C15DF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255B8A88-DFD7-2597-9B0E-4AB878B696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50796F7-810D-4D54-2F4C-ED656A7FE7FC}"/>
                </a:ext>
              </a:extLst>
            </p:cNvPr>
            <p:cNvGrpSpPr/>
            <p:nvPr/>
          </p:nvGrpSpPr>
          <p:grpSpPr>
            <a:xfrm>
              <a:off x="4225337" y="5950226"/>
              <a:ext cx="860622" cy="859536"/>
              <a:chOff x="4248912" y="1670304"/>
              <a:chExt cx="860622" cy="859536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F4B93755-E70F-C485-DA28-DFF7400733B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572B7710-FE0C-FDA4-5474-98F30FCA953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8B5A279-B4E4-6B0C-C98E-EB200DDFAFE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8769F5AE-A9F9-FBEF-6037-15F7DD843B2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3004DA8E-41BD-E294-C966-3BA64B6257E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C9CD06A8-B84A-33BD-E9C2-ACDB164CFB71}"/>
                </a:ext>
              </a:extLst>
            </p:cNvPr>
            <p:cNvGrpSpPr/>
            <p:nvPr/>
          </p:nvGrpSpPr>
          <p:grpSpPr>
            <a:xfrm>
              <a:off x="5008798" y="5950226"/>
              <a:ext cx="860622" cy="859536"/>
              <a:chOff x="4248912" y="1670304"/>
              <a:chExt cx="860622" cy="859536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7A57F8E-BC91-0F4A-D66C-32F3B227F57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70F8FDEA-96CF-51A4-5706-FFA0A1BEC8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DF7BC0B1-B228-683D-7465-E402CFFA63A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BACF94C-2280-50FB-7B5D-3AE9CE91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4ACB9159-D2DC-8E44-89B3-40FB05BF97A1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CF3E13DE-0D4E-12E8-AB85-659D84798A15}"/>
                </a:ext>
              </a:extLst>
            </p:cNvPr>
            <p:cNvGrpSpPr/>
            <p:nvPr/>
          </p:nvGrpSpPr>
          <p:grpSpPr>
            <a:xfrm>
              <a:off x="5792259" y="5949140"/>
              <a:ext cx="860622" cy="859536"/>
              <a:chOff x="4248912" y="1670304"/>
              <a:chExt cx="860622" cy="859536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D5C88CC-1C29-7A9D-DDC6-786366F3881F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ED2F29-EC0F-0943-F607-36B8AEF762E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431578A-7C0E-6917-C971-1E5BD608E3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F790F0D-5054-F5CC-1642-B0A1B2548B4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2EED6646-B7B6-AC36-C80F-1CD036F0122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5C81FC6-5A03-0D93-FF7F-0FE619E9FB1E}"/>
                </a:ext>
              </a:extLst>
            </p:cNvPr>
            <p:cNvGrpSpPr/>
            <p:nvPr/>
          </p:nvGrpSpPr>
          <p:grpSpPr>
            <a:xfrm>
              <a:off x="6577976" y="5951145"/>
              <a:ext cx="860622" cy="859536"/>
              <a:chOff x="4248912" y="1670304"/>
              <a:chExt cx="860622" cy="859536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AD7FEF96-7F48-7E6F-A014-36921C9BCA5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A7A70DEB-DCAA-B56F-5BE8-48F5E687AD7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14A433-0770-39CF-98BD-5A87BD327F0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D0BBA68-DFC6-45E3-37B5-552B22D43FD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6D9C0B0-E0EB-5940-3E72-8FC16D67C00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470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CE15-F45E-BBE1-9A5D-6EBC11E84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Hadamard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E0B84-CD4B-AC23-51D2-0949308C2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Bulk is uniform</a:t>
            </a:r>
          </a:p>
          <a:p>
            <a:r>
              <a:rPr lang="en-US" dirty="0"/>
              <a:t>Both vertical and horizontal spatial Hadamard directions work out.</a:t>
            </a:r>
          </a:p>
          <a:p>
            <a:r>
              <a:rPr lang="en-US" dirty="0"/>
              <a:t>Period 7 for synchronized measurements and resets, in which case we get full flags (</a:t>
            </a:r>
            <a:r>
              <a:rPr lang="en-US" dirty="0" err="1"/>
              <a:t>measure_shared_data_final_only</a:t>
            </a:r>
            <a:r>
              <a:rPr lang="en-US" dirty="0"/>
              <a:t>=False).</a:t>
            </a:r>
          </a:p>
          <a:p>
            <a:r>
              <a:rPr lang="en-US" dirty="0"/>
              <a:t>In time slices without spatial </a:t>
            </a:r>
            <a:r>
              <a:rPr lang="en-US" dirty="0" err="1"/>
              <a:t>Hadmards</a:t>
            </a:r>
            <a:r>
              <a:rPr lang="en-US" dirty="0"/>
              <a:t> we can recover period 6 by removing the delay.</a:t>
            </a:r>
          </a:p>
          <a:p>
            <a:r>
              <a:rPr lang="en-US" dirty="0"/>
              <a:t>If measurements and resets can be done in parallel with gates then it is effectively period 4 using partial flags (</a:t>
            </a:r>
            <a:r>
              <a:rPr lang="en-US" dirty="0" err="1"/>
              <a:t>measure_shared_data_final_only</a:t>
            </a:r>
            <a:r>
              <a:rPr lang="en-US" dirty="0"/>
              <a:t>=True) to maintain the full distance but slightly higher error rate.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05350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295346-71A2-6DDF-681D-13CDB0FA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51" y="2197040"/>
            <a:ext cx="2339745" cy="23397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D56783-76C0-D5F6-6691-647A6D487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873" y="2142780"/>
            <a:ext cx="2430562" cy="24305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B4BBFC6-A2EE-42F8-4C85-6DC0334CC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043" y="3737232"/>
            <a:ext cx="6990521" cy="30803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C0E2476-3A9F-833C-DB74-B5D4C9F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2042" y="277677"/>
            <a:ext cx="6990521" cy="308038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6FBAF7-6434-3AE4-3035-04FD74EFC30C}"/>
              </a:ext>
            </a:extLst>
          </p:cNvPr>
          <p:cNvSpPr txBox="1"/>
          <p:nvPr/>
        </p:nvSpPr>
        <p:spPr>
          <a:xfrm>
            <a:off x="5456433" y="0"/>
            <a:ext cx="1279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Pymatching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AC0A0F-0A1D-438F-DB49-B88B493F3441}"/>
              </a:ext>
            </a:extLst>
          </p:cNvPr>
          <p:cNvSpPr txBox="1"/>
          <p:nvPr/>
        </p:nvSpPr>
        <p:spPr>
          <a:xfrm>
            <a:off x="4934463" y="3461277"/>
            <a:ext cx="2323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Correlated Pymatching</a:t>
            </a:r>
          </a:p>
        </p:txBody>
      </p:sp>
    </p:spTree>
    <p:extLst>
      <p:ext uri="{BB962C8B-B14F-4D97-AF65-F5344CB8AC3E}">
        <p14:creationId xmlns:p14="http://schemas.microsoft.com/office/powerpoint/2010/main" val="143625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CE26-9526-E8DF-993E-270D54EA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005AB5-D111-6080-00C3-63F7E15D4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979" y="-836418"/>
            <a:ext cx="3364282" cy="33642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0BC59-F886-9C42-DD3D-0E38D9D0F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979" y="770046"/>
            <a:ext cx="3364282" cy="33642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DEDB00-FC3B-5135-D31E-66B017D44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979" y="2452187"/>
            <a:ext cx="3364282" cy="33642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E74B9D2-3185-B75D-3C81-DC245ADBA8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979" y="4134328"/>
            <a:ext cx="3364282" cy="33642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B7838B2-F0EA-79D5-F768-87E068D495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780" y="2159887"/>
            <a:ext cx="7772400" cy="336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703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8C0B-2CB5-D275-C581-19B816CC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L" dirty="0"/>
              <a:t>Color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DBA624-45E7-2549-B852-291F453CA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130" y="417746"/>
            <a:ext cx="7772400" cy="19366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077437-5853-EB1F-6449-F35E226A87C7}"/>
              </a:ext>
            </a:extLst>
          </p:cNvPr>
          <p:cNvSpPr txBox="1"/>
          <p:nvPr/>
        </p:nvSpPr>
        <p:spPr>
          <a:xfrm>
            <a:off x="50183" y="5652323"/>
            <a:ext cx="10891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  <a:hlinkClick r:id="rId3"/>
              </a:rPr>
              <a:t>https://arxiv.org/pdf/2510.00370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 - read this!!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Craig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Gidney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and Cody Jones</a:t>
            </a:r>
            <a:r>
              <a:rPr lang="en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; 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arXiv:2310.16082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Michael E.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Beverland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Aleksander Kubica, and Krysta M.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Svore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PRX Quantum (2021);</a:t>
            </a:r>
            <a:r>
              <a:rPr lang="he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arXiv:2101.02211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Seok-Hyung Lee, Andrew Li, and Stephen D. Bartlett</a:t>
            </a:r>
            <a:r>
              <a:rPr lang="en-IL" b="1" i="1" dirty="0">
                <a:solidFill>
                  <a:srgbClr val="C00000"/>
                </a:solidFill>
                <a:latin typeface="Cambria" panose="02040503050406030204" pitchFamily="18" charset="0"/>
              </a:rPr>
              <a:t>, Quantum (2025);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arXiv:2404.07482</a:t>
            </a:r>
            <a:endParaRPr lang="en-US" sz="1800" b="1" i="1" dirty="0">
              <a:solidFill>
                <a:srgbClr val="C00000"/>
              </a:solidFill>
              <a:latin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70B623-823D-69D0-3FFA-72EA738FD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663" y="2522889"/>
            <a:ext cx="2288336" cy="29915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7B118D-17B8-FA13-FAB5-A4DEEB6F46CE}"/>
              </a:ext>
            </a:extLst>
          </p:cNvPr>
          <p:cNvSpPr txBox="1"/>
          <p:nvPr/>
        </p:nvSpPr>
        <p:spPr>
          <a:xfrm>
            <a:off x="381049" y="3438016"/>
            <a:ext cx="3633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Previous work optimized over schedules which are </a:t>
            </a:r>
            <a:r>
              <a:rPr lang="en-IL" b="1" dirty="0"/>
              <a:t>uniform</a:t>
            </a:r>
            <a:r>
              <a:rPr lang="en-IL" dirty="0"/>
              <a:t> across all plaquettes.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80AA53-AF99-BFAC-1C3C-5F26D8BDD8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222" y="2924449"/>
            <a:ext cx="3894550" cy="269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600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Hook error pairs to avoid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911F46E-E0A7-BCC4-AEC0-7EC45AED30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42"/>
          <a:stretch/>
        </p:blipFill>
        <p:spPr>
          <a:xfrm>
            <a:off x="2698065" y="1322367"/>
            <a:ext cx="6795869" cy="5645592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27697E19-E8B7-0123-4197-E07CFDF8D036}"/>
              </a:ext>
            </a:extLst>
          </p:cNvPr>
          <p:cNvGrpSpPr/>
          <p:nvPr/>
        </p:nvGrpSpPr>
        <p:grpSpPr>
          <a:xfrm>
            <a:off x="5843306" y="3967652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7BFB04F-25DC-EFC2-72F9-3C5774C4BCCD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7C53E78-632E-BAF3-0839-9978F6B08447}"/>
              </a:ext>
            </a:extLst>
          </p:cNvPr>
          <p:cNvGrpSpPr/>
          <p:nvPr/>
        </p:nvGrpSpPr>
        <p:grpSpPr>
          <a:xfrm rot="7193643">
            <a:off x="4524668" y="4707451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671F688-3DEA-B449-463D-738D4FC8CB02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7523604-3B89-4D3B-9297-43EA6CA95A9D}"/>
              </a:ext>
            </a:extLst>
          </p:cNvPr>
          <p:cNvGrpSpPr/>
          <p:nvPr/>
        </p:nvGrpSpPr>
        <p:grpSpPr>
          <a:xfrm rot="14389555">
            <a:off x="6024330" y="5774865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43B9E242-E276-3BEF-FF94-D6FB4A2AC649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37276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Different schedule for different colors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E43BD5-40B9-082C-5A6A-5972964291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57"/>
          <a:stretch/>
        </p:blipFill>
        <p:spPr>
          <a:xfrm>
            <a:off x="2698065" y="1338809"/>
            <a:ext cx="6795869" cy="56291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14:cNvPr>
              <p14:cNvContentPartPr/>
              <p14:nvPr/>
            </p14:nvContentPartPr>
            <p14:xfrm>
              <a:off x="5791908" y="1879068"/>
              <a:ext cx="67320" cy="7610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4268" y="1861068"/>
                <a:ext cx="102960" cy="79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14:cNvPr>
              <p14:cNvContentPartPr/>
              <p14:nvPr/>
            </p14:nvContentPartPr>
            <p14:xfrm>
              <a:off x="6080988" y="3125388"/>
              <a:ext cx="82440" cy="8352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3348" y="3107388"/>
                <a:ext cx="118080" cy="87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14:cNvPr>
              <p14:cNvContentPartPr/>
              <p14:nvPr/>
            </p14:nvContentPartPr>
            <p14:xfrm>
              <a:off x="5807748" y="4349028"/>
              <a:ext cx="78840" cy="99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89748" y="4331388"/>
                <a:ext cx="1144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14:cNvPr>
              <p14:cNvContentPartPr/>
              <p14:nvPr/>
            </p14:nvContentPartPr>
            <p14:xfrm>
              <a:off x="4374588" y="4397268"/>
              <a:ext cx="758520" cy="424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56588" y="4379268"/>
                <a:ext cx="79416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14:cNvPr>
              <p14:cNvContentPartPr/>
              <p14:nvPr/>
            </p14:nvContentPartPr>
            <p14:xfrm>
              <a:off x="4345788" y="5192868"/>
              <a:ext cx="104760" cy="1018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328148" y="5175228"/>
                <a:ext cx="14040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14:cNvPr>
              <p14:cNvContentPartPr/>
              <p14:nvPr/>
            </p14:nvContentPartPr>
            <p14:xfrm>
              <a:off x="5802348" y="1778988"/>
              <a:ext cx="93600" cy="63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84708" y="1761348"/>
                <a:ext cx="1292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14:cNvPr>
              <p14:cNvContentPartPr/>
              <p14:nvPr/>
            </p14:nvContentPartPr>
            <p14:xfrm>
              <a:off x="5306628" y="2648028"/>
              <a:ext cx="82080" cy="69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288988" y="2630028"/>
                <a:ext cx="11772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14:cNvPr>
              <p14:cNvContentPartPr/>
              <p14:nvPr/>
            </p14:nvContentPartPr>
            <p14:xfrm>
              <a:off x="5056428" y="3058788"/>
              <a:ext cx="85680" cy="957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38788" y="3041148"/>
                <a:ext cx="12132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48020F06-CA8E-309F-BB4F-8C8C926906A2}"/>
              </a:ext>
            </a:extLst>
          </p:cNvPr>
          <p:cNvGrpSpPr/>
          <p:nvPr/>
        </p:nvGrpSpPr>
        <p:grpSpPr>
          <a:xfrm>
            <a:off x="4594188" y="3940788"/>
            <a:ext cx="56880" cy="70200"/>
            <a:chOff x="4594188" y="3940788"/>
            <a:chExt cx="5688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14:cNvPr>
                <p14:cNvContentPartPr/>
                <p14:nvPr/>
              </p14:nvContentPartPr>
              <p14:xfrm>
                <a:off x="4613988" y="3951588"/>
                <a:ext cx="37080" cy="46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96348" y="3933588"/>
                  <a:ext cx="7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14:cNvPr>
                <p14:cNvContentPartPr/>
                <p14:nvPr/>
              </p14:nvContentPartPr>
              <p14:xfrm>
                <a:off x="4626948" y="3982908"/>
                <a:ext cx="10440" cy="5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08948" y="3964908"/>
                  <a:ext cx="46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14:cNvPr>
                <p14:cNvContentPartPr/>
                <p14:nvPr/>
              </p14:nvContentPartPr>
              <p14:xfrm>
                <a:off x="4594188" y="3940788"/>
                <a:ext cx="43200" cy="70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76548" y="3923148"/>
                  <a:ext cx="7884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14:cNvPr>
              <p14:cNvContentPartPr/>
              <p14:nvPr/>
            </p14:nvContentPartPr>
            <p14:xfrm>
              <a:off x="4326348" y="4359468"/>
              <a:ext cx="78840" cy="932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308708" y="4341468"/>
                <a:ext cx="11448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14:cNvPr>
              <p14:cNvContentPartPr/>
              <p14:nvPr/>
            </p14:nvContentPartPr>
            <p14:xfrm>
              <a:off x="3855108" y="5209068"/>
              <a:ext cx="68400" cy="849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3837108" y="5191068"/>
                <a:ext cx="10404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/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circuit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blipFill>
                <a:blip r:embed="rId29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F3D8CDC2-3D5A-D9FC-2F1C-CFF7ECF43400}"/>
              </a:ext>
            </a:extLst>
          </p:cNvPr>
          <p:cNvSpPr txBox="1"/>
          <p:nvPr/>
        </p:nvSpPr>
        <p:spPr>
          <a:xfrm>
            <a:off x="1014988" y="3244334"/>
            <a:ext cx="245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IL" dirty="0"/>
              <a:t>ut full distance in bulk!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CDB39F-9307-EF86-DD26-AB35F2AA122D}"/>
              </a:ext>
            </a:extLst>
          </p:cNvPr>
          <p:cNvSpPr txBox="1"/>
          <p:nvPr/>
        </p:nvSpPr>
        <p:spPr>
          <a:xfrm>
            <a:off x="336007" y="3756122"/>
            <a:ext cx="3977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Note: no single hook error is responsible</a:t>
            </a:r>
          </a:p>
        </p:txBody>
      </p:sp>
    </p:spTree>
    <p:extLst>
      <p:ext uri="{BB962C8B-B14F-4D97-AF65-F5344CB8AC3E}">
        <p14:creationId xmlns:p14="http://schemas.microsoft.com/office/powerpoint/2010/main" val="2273915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0.001 error rate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149C8AD-0065-DB60-40B5-0F521053A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651639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0.005 error rate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B9E18D2-DFD4-957A-505E-590B25495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129860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d rounds, 0.005 error rate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99872-A76B-0FE8-0546-685FC30D2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36999992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2EC2-02A6-D82C-29A6-E332FB731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Peform syndrome extraction one stabilizer at a time. Initialize to random order of interaction between auxilliary and data qubits.</a:t>
            </a:r>
          </a:p>
          <a:p>
            <a:r>
              <a:rPr lang="en-IL" dirty="0"/>
              <a:t>Repeat until distance converges:</a:t>
            </a:r>
          </a:p>
          <a:p>
            <a:pPr lvl="1"/>
            <a:r>
              <a:rPr lang="en-IL" dirty="0"/>
              <a:t>Find shortest logical error (or approximate).</a:t>
            </a:r>
          </a:p>
          <a:p>
            <a:pPr lvl="1"/>
            <a:r>
              <a:rPr lang="en-IL" dirty="0"/>
              <a:t>Identify hook error components.</a:t>
            </a:r>
          </a:p>
          <a:p>
            <a:pPr lvl="1"/>
            <a:r>
              <a:rPr lang="en-IL" dirty="0"/>
              <a:t>Choose one at random, and choose a new (random) schedule for the corresponding stabilizer.</a:t>
            </a:r>
          </a:p>
          <a:p>
            <a:pPr lvl="1"/>
            <a:r>
              <a:rPr lang="en-IL" dirty="0"/>
              <a:t>Accept if new shortest error does not include a hook error at the same location, else reject.</a:t>
            </a:r>
          </a:p>
        </p:txBody>
      </p:sp>
    </p:spTree>
    <p:extLst>
      <p:ext uri="{BB962C8B-B14F-4D97-AF65-F5344CB8AC3E}">
        <p14:creationId xmlns:p14="http://schemas.microsoft.com/office/powerpoint/2010/main" val="83516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43D3E8-1BF2-14A3-AFAE-119DCA17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77DBF-49E2-CF8E-E489-9EA31511A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901" y="4162501"/>
            <a:ext cx="4214373" cy="2518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8ACBA0-D6AC-E83A-F929-40A20A6DE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444" y="1466863"/>
            <a:ext cx="4153831" cy="24822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64ACB2-ED68-E934-DDCD-DB752DC7B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8295" y="1466409"/>
            <a:ext cx="4193308" cy="24822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3AF883-AB3C-D775-7DBB-513FD98D3057}"/>
              </a:ext>
            </a:extLst>
          </p:cNvPr>
          <p:cNvSpPr txBox="1"/>
          <p:nvPr/>
        </p:nvSpPr>
        <p:spPr>
          <a:xfrm>
            <a:off x="7872608" y="252287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5DE258-303B-41E5-8BCB-D7C13D24C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2510" y="4083615"/>
            <a:ext cx="4189093" cy="24822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D347AC-485D-E1E7-A317-3F04870CAADC}"/>
              </a:ext>
            </a:extLst>
          </p:cNvPr>
          <p:cNvSpPr txBox="1"/>
          <p:nvPr/>
        </p:nvSpPr>
        <p:spPr>
          <a:xfrm>
            <a:off x="7688846" y="4785912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</p:spTree>
    <p:extLst>
      <p:ext uri="{BB962C8B-B14F-4D97-AF65-F5344CB8AC3E}">
        <p14:creationId xmlns:p14="http://schemas.microsoft.com/office/powerpoint/2010/main" val="1377464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Do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L" dirty="0"/>
              <a:t>Benchmark memory experiment and junction for the new schedule and update slides.</a:t>
            </a:r>
          </a:p>
          <a:p>
            <a:r>
              <a:rPr lang="en-IL" dirty="0"/>
              <a:t>Add detailed circuit for stretched stabilizer and crumble to slides for spatial Hadamard.</a:t>
            </a:r>
          </a:p>
          <a:p>
            <a:r>
              <a:rPr lang="en-IL" dirty="0"/>
              <a:t>Benchmark spatial Hadamard logical error rate (compare vs. 2*memory experiement):</a:t>
            </a:r>
          </a:p>
          <a:p>
            <a:pPr lvl="1"/>
            <a:r>
              <a:rPr lang="en-IL" dirty="0"/>
              <a:t>Decoders: matching, correlated matching, tesseract, bayesian flagging</a:t>
            </a:r>
          </a:p>
          <a:p>
            <a:pPr lvl="1"/>
            <a:r>
              <a:rPr lang="en-IL" dirty="0"/>
              <a:t>Hadamard orientation: x,y</a:t>
            </a:r>
          </a:p>
          <a:p>
            <a:pPr lvl="1"/>
            <a:r>
              <a:rPr lang="en-IL" dirty="0"/>
              <a:t>Flags: all, partial, none</a:t>
            </a:r>
          </a:p>
          <a:p>
            <a:pPr lvl="1"/>
            <a:r>
              <a:rPr lang="en-US" dirty="0"/>
              <a:t>k (d)</a:t>
            </a:r>
            <a:endParaRPr lang="en-IL" dirty="0"/>
          </a:p>
          <a:p>
            <a:pPr lvl="1"/>
            <a:r>
              <a:rPr lang="en-IL" dirty="0"/>
              <a:t>Physical error rate</a:t>
            </a:r>
          </a:p>
          <a:p>
            <a:r>
              <a:rPr lang="en-IL" dirty="0"/>
              <a:t>U</a:t>
            </a:r>
            <a:r>
              <a:rPr lang="en-US" dirty="0"/>
              <a:t>s</a:t>
            </a:r>
            <a:r>
              <a:rPr lang="en-IL" dirty="0"/>
              <a:t>e cluster!</a:t>
            </a:r>
          </a:p>
          <a:p>
            <a:r>
              <a:rPr lang="en-IL" dirty="0"/>
              <a:t>Better decoding with flags</a:t>
            </a:r>
          </a:p>
          <a:p>
            <a:pPr lvl="1"/>
            <a:r>
              <a:rPr lang="en-US" dirty="0"/>
              <a:t>F</a:t>
            </a:r>
            <a:r>
              <a:rPr lang="en-IL" dirty="0"/>
              <a:t>or multiple flags triggered by same error – don’t include errors that trigger subset of flags.</a:t>
            </a:r>
          </a:p>
          <a:p>
            <a:pPr lvl="1"/>
            <a:r>
              <a:rPr lang="en-IL" dirty="0"/>
              <a:t>Use correlated matching as subroutine.</a:t>
            </a:r>
          </a:p>
          <a:p>
            <a:pPr lvl="1"/>
            <a:r>
              <a:rPr lang="en-IL" dirty="0"/>
              <a:t>Avoid strange clipping of probabilities.</a:t>
            </a:r>
          </a:p>
          <a:p>
            <a:r>
              <a:rPr lang="en-IL" dirty="0"/>
              <a:t>Simulate also depth-4 (either zero idling noise or remove ticks).</a:t>
            </a:r>
          </a:p>
        </p:txBody>
      </p:sp>
    </p:spTree>
    <p:extLst>
      <p:ext uri="{BB962C8B-B14F-4D97-AF65-F5344CB8AC3E}">
        <p14:creationId xmlns:p14="http://schemas.microsoft.com/office/powerpoint/2010/main" val="996501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F7B45-ADC8-25F8-EFE9-8E1964FD1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Other situations to examine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2F6C-D7EC-4C41-FA80-F346F068E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  <a:p>
            <a:r>
              <a:rPr lang="en-IL" dirty="0"/>
              <a:t>Yoking</a:t>
            </a:r>
          </a:p>
          <a:p>
            <a:r>
              <a:rPr lang="en-US" dirty="0"/>
              <a:t>Crosshairs boundaries</a:t>
            </a:r>
          </a:p>
          <a:p>
            <a:endParaRPr lang="en-US" dirty="0"/>
          </a:p>
          <a:p>
            <a:r>
              <a:rPr lang="en-US" dirty="0"/>
              <a:t>Other codes…</a:t>
            </a:r>
          </a:p>
          <a:p>
            <a:pPr lvl="1"/>
            <a:r>
              <a:rPr lang="en-US" dirty="0"/>
              <a:t>Color code</a:t>
            </a:r>
          </a:p>
          <a:p>
            <a:pPr lvl="2"/>
            <a:r>
              <a:rPr lang="en-US" dirty="0"/>
              <a:t>Cultivation circuit</a:t>
            </a:r>
          </a:p>
          <a:p>
            <a:pPr lvl="1"/>
            <a:r>
              <a:rPr lang="en-US" dirty="0"/>
              <a:t>Higher rate codes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586694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Outstanding chall</a:t>
            </a:r>
            <a:r>
              <a:rPr lang="en-US" dirty="0"/>
              <a:t>e</a:t>
            </a:r>
            <a:r>
              <a:rPr lang="en-IL" dirty="0"/>
              <a:t>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Creating stretched plaquettes is very manual</a:t>
            </a:r>
          </a:p>
          <a:p>
            <a:r>
              <a:rPr lang="en-IL" dirty="0"/>
              <a:t>Automatic detector annotations aren’t minimal</a:t>
            </a:r>
          </a:p>
        </p:txBody>
      </p:sp>
    </p:spTree>
    <p:extLst>
      <p:ext uri="{BB962C8B-B14F-4D97-AF65-F5344CB8AC3E}">
        <p14:creationId xmlns:p14="http://schemas.microsoft.com/office/powerpoint/2010/main" val="2158261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47146</TotalTime>
  <Words>19547</Words>
  <Application>Microsoft Macintosh PowerPoint</Application>
  <PresentationFormat>Widescreen</PresentationFormat>
  <Paragraphs>485</Paragraphs>
  <Slides>24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Cambria Math</vt:lpstr>
      <vt:lpstr>Office Theme</vt:lpstr>
      <vt:lpstr>Sydrome extraction “off-the-hook”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Spatial Hadamard</vt:lpstr>
      <vt:lpstr>PowerPoint Presentation</vt:lpstr>
      <vt:lpstr>Patch rotation</vt:lpstr>
      <vt:lpstr>Color code</vt:lpstr>
      <vt:lpstr>Hook error pairs to avoid</vt:lpstr>
      <vt:lpstr>Different schedule for different colors</vt:lpstr>
      <vt:lpstr>LER – 2 rounds, 0.001 error rate</vt:lpstr>
      <vt:lpstr>LER – 2 rounds, 0.005 error rate</vt:lpstr>
      <vt:lpstr>LER – d rounds, 0.005 error rate</vt:lpstr>
      <vt:lpstr>Greedy algorithm for removing hook errors</vt:lpstr>
      <vt:lpstr>Greedy algorithm for removing hook errors</vt:lpstr>
      <vt:lpstr>To Do</vt:lpstr>
      <vt:lpstr>Other situations to examine</vt:lpstr>
      <vt:lpstr>Outstanding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Diagonal Schedule</dc:title>
  <dc:creator>Gil-Ad Kishony</dc:creator>
  <cp:lastModifiedBy>Gil-Ad Kishony</cp:lastModifiedBy>
  <cp:revision>60</cp:revision>
  <dcterms:created xsi:type="dcterms:W3CDTF">2025-12-10T14:32:14Z</dcterms:created>
  <dcterms:modified xsi:type="dcterms:W3CDTF">2026-01-28T08:54:23Z</dcterms:modified>
</cp:coreProperties>
</file>