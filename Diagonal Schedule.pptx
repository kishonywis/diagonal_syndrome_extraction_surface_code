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omments/comment1.xml" ContentType="application/vnd.openxmlformats-officedocument.presentationml.comments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70" r:id="rId2"/>
    <p:sldId id="264" r:id="rId3"/>
    <p:sldId id="257" r:id="rId4"/>
    <p:sldId id="267" r:id="rId5"/>
    <p:sldId id="268" r:id="rId6"/>
    <p:sldId id="265" r:id="rId7"/>
    <p:sldId id="290" r:id="rId8"/>
    <p:sldId id="279" r:id="rId9"/>
    <p:sldId id="291" r:id="rId10"/>
    <p:sldId id="294" r:id="rId11"/>
    <p:sldId id="303" r:id="rId12"/>
    <p:sldId id="295" r:id="rId13"/>
    <p:sldId id="297" r:id="rId14"/>
    <p:sldId id="296" r:id="rId15"/>
    <p:sldId id="298" r:id="rId16"/>
    <p:sldId id="300" r:id="rId17"/>
    <p:sldId id="299" r:id="rId18"/>
    <p:sldId id="301" r:id="rId19"/>
    <p:sldId id="302" r:id="rId20"/>
    <p:sldId id="263" r:id="rId21"/>
    <p:sldId id="293" r:id="rId22"/>
    <p:sldId id="292" r:id="rId23"/>
  </p:sldIdLst>
  <p:sldSz cx="12192000" cy="6858000"/>
  <p:notesSz cx="6858000" cy="9144000"/>
  <p:defaultTextStyle>
    <a:defPPr>
      <a:defRPr lang="en-I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Gil-Ad Kishony" initials="" lastIdx="1" clrIdx="0">
    <p:extLst>
      <p:ext uri="{19B8F6BF-5375-455C-9EA6-DF929625EA0E}">
        <p15:presenceInfo xmlns:p15="http://schemas.microsoft.com/office/powerpoint/2012/main" userId="S::gilad.kishony@weizmann.ac.il::95f0aa86-6840-4249-a515-057fefd92e0b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CBFE5"/>
    <a:srgbClr val="FF9D98"/>
    <a:srgbClr val="4CC15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4"/>
    <p:restoredTop sz="89394"/>
  </p:normalViewPr>
  <p:slideViewPr>
    <p:cSldViewPr snapToGrid="0">
      <p:cViewPr>
        <p:scale>
          <a:sx n="139" d="100"/>
          <a:sy n="139" d="100"/>
        </p:scale>
        <p:origin x="144" y="-9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1-08T11:51:58.612" idx="1">
    <p:pos x="10" y="10"/>
    <p:text/>
    <p:extLst>
      <p:ext uri="{C676402C-5697-4E1C-873F-D02D1690AC5C}">
        <p15:threadingInfo xmlns:p15="http://schemas.microsoft.com/office/powerpoint/2012/main" timeZoneBias="-120"/>
      </p:ext>
    </p:extLst>
  </p:cm>
</p:cmLst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8T12:55:03.15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28 24575,'12'0'0,"9"0"0,-2 0 0,14-1 0,-1 0 0,8 0 0,1 0 0,-8 0 0,-12 1 0,-3-1 0,-2-1 0,5 1 0,3-1 0,5 1 0,-1 0 0,0 1 0,3-1 0,-5 0 0,-1 0 0,-2 0 0,-5 0 0,0 0 0,4 0 0,-3 0 0,10 1 0,-3-1 0,1 1 0,-6 0 0,0 0 0,-7 0 0,1 0 0,-2-1 0,-4 1 0,5 0 0,1 0 0,7 0 0,9 0 0,3 0 0,0 0 0,-9 0 0,-8 0 0,-7 0 0,-1-1 0,0 1 0,3-1 0,5 1 0,0-1 0,4 1 0,-1-1 0,-2 1 0,-1 0 0,-5-1 0,4 1 0,-5 0 0,3 0 0,-7 0 0,1 0 0,-1 0 0,1 0 0,0 0 0,-2 0 0,-2 0 0,-4 0 0,1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8T12:55:03.15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 1 24575,'-1'4'0,"1"1"0,0 1 0,1 0 0,2 8 0,1 1 0,3 6 0,3 3 0,3 3 0,1 3 0,1 0 0,0-1 0,-4-4 0,2 5 0,-1-3 0,1 4 0,6 3 0,-2-5 0,8 8 0,-3-2 0,3 3 0,-1 4 0,11 13 0,-2-2 0,5 4 0,-5-7 0,-8-11 0,6 5 0,4 3 0,2 0 0,0 0 0,2-3 0,-2-1 0,4 4 0,1-1 0,-6-5 0,0-2 0,-1 1 0,-3-4 0,8 9 0,-8-8 0,-2-4 0,-11-9 0,-8-8 0,-3-1 0,6 9 0,4 6 0,1 1 0,6 11 0,-4-8 0,-1 2 0,-6 0 0,-1-4 0,0 6 0,-2-6 0,0 1 0,-5-9 0,2 6 0,-2-2 0,0-1 0,-2-6 0,-1-6 0,1-1 0,1 2 0,2 5 0,-1-1 0,3 4 0,-6-12 0,1 2 0,-2-10 0,0 4 0,2 2 0,1 2 0,0-1 0,-2-2 0,0-4 0,-1 0 0,0-2 0,-1 2 0,0-4 0,-1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8T12:55:03.15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 1 24575,'-1'15'0,"1"0"0,-1 13 0,1-1 0,-1 6 0,1 2 0,1 8 0,2 2 0,0 7 0,3 9 0,-3-3 0,1-2 0,-3 2 0,0-8 0,-1 13 0,0 0 0,-1 8 0,0-1 0,0 16 0,-2-15 0,2 0 0,0-14 0,0-21 0,1 13 0,0-11 0,0 13 0,0 8 0,1-4 0,1 6 0,1-11 0,-1-10 0,0-6 0,-1-3 0,-1-7 0,0 5 0,0-7 0,0 2 0,0 3 0,0 2 0,0 4 0,0-1 0,1-2 0,0-3 0,1-7 0,-1 3 0,1-5 0,0 1 0,-1-3 0,-1-6 0,0 0 0,0 1 0,0 3 0,0-1 0,0 0 0,-1-3 0,1-2 0,0 1 0,-1 0 0,1 0 0,0 0 0,-1-1 0,1-3 0,0 0 0,0-4 0,0 2 0,0-3 0,0 1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8T12:55:03.15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53 1 24575,'-1'12'0,"-1"-2"0,0 15 0,-2 1 0,-2 14 0,2 14 0,0 16 0,1 13 0,2-29 0,0 2 0,-1 1 0,0 2 0,0 14 0,0 1 0,-1-11 0,1-1 0,0 4 0,1-3 0,0 32 0,1-8 0,0-20 0,0-5 0,0-10 0,0 0 0,0-2 0,0 17 0,-1-6 0,1 13 0,-1-18 0,0-10 0,0-5 0,1 3 0,0-2 0,-1 1 0,0-6 0,0-9 0,1 14 0,-1 7 0,3 10 0,-2-9 0,1-9 0,0-23 0,-1-5 0,0-5 0,0 0 0,0 2 0,0 0 0,0-3 0,-1 1 0,1-2 0,-1 2 0,1-2 0,0 3 0,0-4 0,0 2 0,0-3 0,0-2 0,0-2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8T12:55:03.15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680 0 24575,'-8'14'0,"0"-1"0,-7 12 0,3-7 0,1-1 0,2-5 0,-1 3 0,0 3 0,-2 2 0,3-3 0,2-4 0,4-5 0,-4 6 0,-1 4 0,-3 4 0,-8 11 0,1-3 0,-2 2 0,0 2 0,3-6 0,-1 2 0,-1 0 0,2-3 0,1-2 0,-1-1 0,5-6 0,-1 1 0,1-2 0,-3 2 0,-5 7 0,-6 5 0,-9 7 0,7-4 0,-3 1 0,13-11 0,-1 2 0,1-2 0,3-3 0,2-3 0,4-2 0,3-4 0,1-1 0,-1 1 0,0-3 0,0 1 0,0-1 0,2-3 0,-1 3 0,0 1 0,0-1 0,0-1 0,3-4 0,0-1 0,1-2 0,0 2 0,0 2 0,0 0 0,-1 1 0,1 0 0,-1 0 0,1 0 0,0-1 0,1-3 0,0 0 0,-1-1 0,1 0 0,0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8T12:55:03.15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24575,'7'9'0,"-1"-1"0,2 4 0,0-3 0,1 0 0,-1 1 0,6 6 0,0 2 0,4 4 0,2 1 0,-4-4 0,4 3 0,2 1 0,-2-1 0,2 4 0,-3-3 0,-4-2 0,3 4 0,4 6 0,2 2 0,4 3 0,-5-3 0,-5-7 0,-2-2 0,-3 2 0,-1-2 0,2 6 0,-4-4 0,1-2 0,-1 0 0,1 4 0,1 2 0,2 7 0,-4-10 0,-1 0 0,-5-12 0,1 2 0,0-2 0,3 5 0,0 1 0,2-1 0,-2-2 0,5 7 0,-1-5 0,5 8 0,-5-8 0,-2-7 0,-5-4 0,-2-7 0,-1 2 0,0 1 0,1 2 0,2 1 0,-2-1 0,1-2 0,-3-4 0,6-3 0,1-2 0,0-1 0,-2 2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8T12:55:03.15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1374 0 24575,'-7'12'0,"1"-1"0,-1 0 0,2-2 0,0 1 0,-1 2 0,0 2 0,0 2 0,-1 1 0,0 0 0,-2 1 0,1-5 0,1 1 0,1 0 0,-2 3 0,1 1 0,-3 3 0,1 1 0,-2 2 0,-1 6 0,1-1 0,-1 2 0,0-2 0,2-2 0,1-2 0,-1 2 0,2-4 0,-2 2 0,-2 2 0,-1-1 0,0 0 0,-5 5 0,3-6 0,-6 8 0,-4 4 0,1-3 0,-6 9 0,8-13 0,-2 4 0,5-8 0,-6 11 0,8-13 0,-1 3 0,4-8 0,0 1 0,-6 5 0,-13 14 0,12-15 0,-17 24 0,20-24 0,-10 17 0,6-7 0,-4 7 0,4-8 0,-2 3 0,3-6 0,3-5 0,-6 10 0,5-8 0,-5 8 0,4-4 0,0-3 0,3-1 0,0 0 0,0-1 0,-1 1 0,1-1 0,4-5 0,0-2 0,2-3 0,0 1 0,-4 3 0,-8 7 0,-5 1 0,-1 1 0,-1-1 0,7-6 0,-2 4 0,1 3 0,3-2 0,3 0 0,6-5 0,4 1 0,3-4 0,1 2 0,1-8 0,-1 0 0,2-4 0,0 0 0,1 0 0,0-2 0,-1 0 0,1-1 0,-1-1 0,1-2 0,1-1 0,0 0 0,0-1 0,-1-1 0,-1 1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8T12:55:03.15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1219 26 24575,'-15'1'0,"-8"-1"0,-10 1 0,-12-1 0,-3-1 0,8 0 0,-3-1 0,10 0 0,-9 0 0,1 1 0,2-1 0,11 2 0,-1-1 0,10 0 0,-2 0 0,2 1 0,-3 0 0,-4 0 0,-5 0 0,6 0 0,-5 0 0,-4 0 0,-7-1 0,4 1 0,-5-1 0,13 0 0,-7 0 0,2-1 0,3 1 0,-5 0 0,7 0 0,1 0 0,8 1 0,0-1 0,3 1 0,1 0 0,1 0 0,3 0 0,-5-1 0,-2 1 0,-2-1 0,5 1 0,6 0 0,5 0 0,4 0 0,0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8T12:55:35.088"/>
    </inkml:context>
    <inkml:brush xml:id="br0">
      <inkml:brushProperty name="width" value="0.035" units="cm"/>
      <inkml:brushProperty name="height" value="0.035" units="cm"/>
      <inkml:brushProperty name="color" value="#00B050"/>
    </inkml:brush>
  </inkml:definitions>
  <inkml:trace contextRef="#ctx0" brushRef="#br0">0 28 24575,'12'0'0,"9"0"0,-2 0 0,14-1 0,-1 0 0,8 0 0,1 0 0,-8 0 0,-12 1 0,-3-1 0,-2-1 0,5 1 0,3-1 0,5 1 0,-1 0 0,0 1 0,3-1 0,-5 0 0,-1 0 0,-2 0 0,-5 0 0,0 0 0,4 0 0,-3 0 0,10 1 0,-3-1 0,1 1 0,-6 0 0,0 0 0,-7 0 0,1 0 0,-2-1 0,-4 1 0,5 0 0,1 0 0,7 0 0,9 0 0,3 0 0,0 0 0,-9 0 0,-8 0 0,-7 0 0,-1-1 0,0 1 0,3-1 0,5 1 0,0-1 0,4 1 0,-1-1 0,-2 1 0,-1 0 0,-5-1 0,4 1 0,-5 0 0,3 0 0,-7 0 0,1 0 0,-1 0 0,1 0 0,0 0 0,-2 0 0,-2 0 0,-4 0 0,1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8T12:55:35.089"/>
    </inkml:context>
    <inkml:brush xml:id="br0">
      <inkml:brushProperty name="width" value="0.035" units="cm"/>
      <inkml:brushProperty name="height" value="0.035" units="cm"/>
      <inkml:brushProperty name="color" value="#00B050"/>
    </inkml:brush>
  </inkml:definitions>
  <inkml:trace contextRef="#ctx0" brushRef="#br0">2 1 24575,'-1'4'0,"1"1"0,0 1 0,1 0 0,2 8 0,1 1 0,3 6 0,3 3 0,3 3 0,1 3 0,1 0 0,0-1 0,-4-4 0,2 5 0,-1-3 0,1 4 0,6 3 0,-2-5 0,8 8 0,-3-2 0,3 3 0,-1 4 0,11 13 0,-2-2 0,5 4 0,-5-7 0,-8-11 0,6 5 0,4 3 0,2 0 0,0 0 0,2-3 0,-2-1 0,4 4 0,1-1 0,-6-5 0,0-2 0,-1 1 0,-3-4 0,8 9 0,-8-8 0,-2-4 0,-11-9 0,-8-8 0,-3-1 0,6 9 0,4 6 0,1 1 0,6 11 0,-4-8 0,-1 2 0,-6 0 0,-1-4 0,0 6 0,-2-6 0,0 1 0,-5-9 0,2 6 0,-2-2 0,0-1 0,-2-6 0,-1-6 0,1-1 0,1 2 0,2 5 0,-1-1 0,3 4 0,-6-12 0,1 2 0,-2-10 0,0 4 0,2 2 0,1 2 0,0-1 0,-2-2 0,0-4 0,-1 0 0,0-2 0,-1 2 0,0-4 0,-1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8T12:55:35.090"/>
    </inkml:context>
    <inkml:brush xml:id="br0">
      <inkml:brushProperty name="width" value="0.035" units="cm"/>
      <inkml:brushProperty name="height" value="0.035" units="cm"/>
      <inkml:brushProperty name="color" value="#00B050"/>
    </inkml:brush>
  </inkml:definitions>
  <inkml:trace contextRef="#ctx0" brushRef="#br0">3 1 24575,'-1'15'0,"1"0"0,-1 13 0,1-1 0,-1 6 0,1 2 0,1 8 0,2 2 0,0 7 0,3 9 0,-3-3 0,1-2 0,-3 2 0,0-8 0,-1 13 0,0 0 0,-1 8 0,0-1 0,0 16 0,-2-15 0,2 0 0,0-14 0,0-21 0,1 13 0,0-11 0,0 13 0,0 8 0,1-4 0,1 6 0,1-11 0,-1-10 0,0-6 0,-1-3 0,-1-7 0,0 5 0,0-7 0,0 2 0,0 3 0,0 2 0,0 4 0,0-1 0,1-2 0,0-3 0,1-7 0,-1 3 0,1-5 0,0 1 0,-1-3 0,-1-6 0,0 0 0,0 1 0,0 3 0,0-1 0,0 0 0,-1-3 0,1-2 0,0 1 0,-1 0 0,1 0 0,0 0 0,-1-1 0,1-3 0,0 0 0,0-4 0,0 2 0,0-3 0,0 1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8T12:55:35.091"/>
    </inkml:context>
    <inkml:brush xml:id="br0">
      <inkml:brushProperty name="width" value="0.035" units="cm"/>
      <inkml:brushProperty name="height" value="0.035" units="cm"/>
      <inkml:brushProperty name="color" value="#00B050"/>
    </inkml:brush>
  </inkml:definitions>
  <inkml:trace contextRef="#ctx0" brushRef="#br0">53 1 24575,'-1'12'0,"-1"-2"0,0 15 0,-2 1 0,-2 14 0,2 14 0,0 16 0,1 13 0,2-29 0,0 2 0,-1 1 0,0 2 0,0 14 0,0 1 0,-1-11 0,1-1 0,0 4 0,1-3 0,0 32 0,1-8 0,0-20 0,0-5 0,0-10 0,0 0 0,0-2 0,0 17 0,-1-6 0,1 13 0,-1-18 0,0-10 0,0-5 0,1 3 0,0-2 0,-1 1 0,0-6 0,0-9 0,1 14 0,-1 7 0,3 10 0,-2-9 0,1-9 0,0-23 0,-1-5 0,0-5 0,0 0 0,0 2 0,0 0 0,0-3 0,-1 1 0,1-2 0,-1 2 0,1-2 0,0 3 0,0-4 0,0 2 0,0-3 0,0-2 0,0-2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8T12:55:35.093"/>
    </inkml:context>
    <inkml:brush xml:id="br0">
      <inkml:brushProperty name="width" value="0.035" units="cm"/>
      <inkml:brushProperty name="height" value="0.035" units="cm"/>
      <inkml:brushProperty name="color" value="#00B050"/>
    </inkml:brush>
  </inkml:definitions>
  <inkml:trace contextRef="#ctx0" brushRef="#br0">680 0 24575,'-8'14'0,"0"-1"0,-7 12 0,3-7 0,1-1 0,2-5 0,-1 3 0,0 3 0,-2 2 0,3-3 0,2-4 0,4-5 0,-4 6 0,-1 4 0,-3 4 0,-8 11 0,1-3 0,-2 2 0,0 2 0,3-6 0,-1 2 0,-1 0 0,2-3 0,1-2 0,-1-1 0,5-6 0,-1 1 0,1-2 0,-3 2 0,-5 7 0,-6 5 0,-9 7 0,7-4 0,-3 1 0,13-11 0,-1 2 0,1-2 0,3-3 0,2-3 0,4-2 0,3-4 0,1-1 0,-1 1 0,0-3 0,0 1 0,0-1 0,2-3 0,-1 3 0,0 1 0,0-1 0,0-1 0,3-4 0,0-1 0,1-2 0,0 2 0,0 2 0,0 0 0,-1 1 0,1 0 0,-1 0 0,1 0 0,0-1 0,1-3 0,0 0 0,-1-1 0,1 0 0,0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8T12:55:35.094"/>
    </inkml:context>
    <inkml:brush xml:id="br0">
      <inkml:brushProperty name="width" value="0.035" units="cm"/>
      <inkml:brushProperty name="height" value="0.035" units="cm"/>
      <inkml:brushProperty name="color" value="#00B050"/>
    </inkml:brush>
  </inkml:definitions>
  <inkml:trace contextRef="#ctx0" brushRef="#br0">0 1 24575,'7'9'0,"-1"-1"0,2 4 0,0-3 0,1 0 0,-1 1 0,6 6 0,0 2 0,4 4 0,2 1 0,-4-4 0,4 3 0,2 1 0,-2-1 0,2 4 0,-3-3 0,-4-2 0,3 4 0,4 6 0,2 2 0,4 3 0,-5-3 0,-5-7 0,-2-2 0,-3 2 0,-1-2 0,2 6 0,-4-4 0,1-2 0,-1 0 0,1 4 0,1 2 0,2 7 0,-4-10 0,-1 0 0,-5-12 0,1 2 0,0-2 0,3 5 0,0 1 0,2-1 0,-2-2 0,5 7 0,-1-5 0,5 8 0,-5-8 0,-2-7 0,-5-4 0,-2-7 0,-1 2 0,0 1 0,1 2 0,2 1 0,-2-1 0,1-2 0,-3-4 0,6-3 0,1-2 0,0-1 0,-2 2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8T12:55:35.095"/>
    </inkml:context>
    <inkml:brush xml:id="br0">
      <inkml:brushProperty name="width" value="0.035" units="cm"/>
      <inkml:brushProperty name="height" value="0.035" units="cm"/>
      <inkml:brushProperty name="color" value="#00B050"/>
    </inkml:brush>
  </inkml:definitions>
  <inkml:trace contextRef="#ctx0" brushRef="#br0">1374 0 24575,'-7'12'0,"1"-1"0,-1 0 0,2-2 0,0 1 0,-1 2 0,0 2 0,0 2 0,-1 1 0,0 0 0,-2 1 0,1-5 0,1 1 0,1 0 0,-2 3 0,1 1 0,-3 3 0,1 1 0,-2 2 0,-1 6 0,1-1 0,-1 2 0,0-2 0,2-2 0,1-2 0,-1 2 0,2-4 0,-2 2 0,-2 2 0,-1-1 0,0 0 0,-5 5 0,3-6 0,-6 8 0,-4 4 0,1-3 0,-6 9 0,8-13 0,-2 4 0,5-8 0,-6 11 0,8-13 0,-1 3 0,4-8 0,0 1 0,-6 5 0,-13 14 0,12-15 0,-17 24 0,20-24 0,-10 17 0,6-7 0,-4 7 0,4-8 0,-2 3 0,3-6 0,3-5 0,-6 10 0,5-8 0,-5 8 0,4-4 0,0-3 0,3-1 0,0 0 0,0-1 0,-1 1 0,1-1 0,4-5 0,0-2 0,2-3 0,0 1 0,-4 3 0,-8 7 0,-5 1 0,-1 1 0,-1-1 0,7-6 0,-2 4 0,1 3 0,3-2 0,3 0 0,6-5 0,4 1 0,3-4 0,1 2 0,1-8 0,-1 0 0,2-4 0,0 0 0,1 0 0,0-2 0,-1 0 0,1-1 0,-1-1 0,1-2 0,1-1 0,0 0 0,0-1 0,-1-1 0,-1 1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8T12:55:35.092"/>
    </inkml:context>
    <inkml:brush xml:id="br0">
      <inkml:brushProperty name="width" value="0.035" units="cm"/>
      <inkml:brushProperty name="height" value="0.035" units="cm"/>
      <inkml:brushProperty name="color" value="#00B050"/>
    </inkml:brush>
  </inkml:definitions>
  <inkml:trace contextRef="#ctx0" brushRef="#br0">1219 26 24575,'-15'1'0,"-8"-1"0,-10 1 0,-12-1 0,-3-1 0,8 0 0,-3-1 0,10 0 0,-9 0 0,1 1 0,2-1 0,11 2 0,-1-1 0,10 0 0,-2 0 0,2 1 0,-3 0 0,-4 0 0,-5 0 0,6 0 0,-5 0 0,-4 0 0,-7-1 0,4 1 0,-5-1 0,13 0 0,-7 0 0,2-1 0,3 1 0,-5 0 0,7 0 0,1 0 0,8 1 0,0-1 0,3 1 0,1 0 0,1 0 0,3 0 0,-5-1 0,-2 1 0,-2-1 0,5 1 0,6 0 0,5 0 0,4 0 0,0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8T12:55:57.354"/>
    </inkml:context>
    <inkml:brush xml:id="br0">
      <inkml:brushProperty name="width" value="0.035" units="cm"/>
      <inkml:brushProperty name="height" value="0.035" units="cm"/>
      <inkml:brushProperty name="color" value="#0070C0"/>
    </inkml:brush>
  </inkml:definitions>
  <inkml:trace contextRef="#ctx0" brushRef="#br0">0 28 24575,'12'0'0,"9"0"0,-2 0 0,14-1 0,-1 0 0,8 0 0,1 0 0,-8 0 0,-12 1 0,-3-1 0,-2-1 0,5 1 0,3-1 0,5 1 0,-1 0 0,0 1 0,3-1 0,-5 0 0,-1 0 0,-2 0 0,-5 0 0,0 0 0,4 0 0,-3 0 0,10 1 0,-3-1 0,1 1 0,-6 0 0,0 0 0,-7 0 0,1 0 0,-2-1 0,-4 1 0,5 0 0,1 0 0,7 0 0,9 0 0,3 0 0,0 0 0,-9 0 0,-8 0 0,-7 0 0,-1-1 0,0 1 0,3-1 0,5 1 0,0-1 0,4 1 0,-1-1 0,-2 1 0,-1 0 0,-5-1 0,4 1 0,-5 0 0,3 0 0,-7 0 0,1 0 0,-1 0 0,1 0 0,0 0 0,-2 0 0,-2 0 0,-4 0 0,1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8T12:55:57.355"/>
    </inkml:context>
    <inkml:brush xml:id="br0">
      <inkml:brushProperty name="width" value="0.035" units="cm"/>
      <inkml:brushProperty name="height" value="0.035" units="cm"/>
      <inkml:brushProperty name="color" value="#0070C0"/>
    </inkml:brush>
  </inkml:definitions>
  <inkml:trace contextRef="#ctx0" brushRef="#br0">2 1 24575,'-1'4'0,"1"1"0,0 1 0,1 0 0,2 8 0,1 1 0,3 6 0,3 3 0,3 3 0,1 3 0,1 0 0,0-1 0,-4-4 0,2 5 0,-1-3 0,1 4 0,6 3 0,-2-5 0,8 8 0,-3-2 0,3 3 0,-1 4 0,11 13 0,-2-2 0,5 4 0,-5-7 0,-8-11 0,6 5 0,4 3 0,2 0 0,0 0 0,2-3 0,-2-1 0,4 4 0,1-1 0,-6-5 0,0-2 0,-1 1 0,-3-4 0,8 9 0,-8-8 0,-2-4 0,-11-9 0,-8-8 0,-3-1 0,6 9 0,4 6 0,1 1 0,6 11 0,-4-8 0,-1 2 0,-6 0 0,-1-4 0,0 6 0,-2-6 0,0 1 0,-5-9 0,2 6 0,-2-2 0,0-1 0,-2-6 0,-1-6 0,1-1 0,1 2 0,2 5 0,-1-1 0,3 4 0,-6-12 0,1 2 0,-2-10 0,0 4 0,2 2 0,1 2 0,0-1 0,-2-2 0,0-4 0,-1 0 0,0-2 0,-1 2 0,0-4 0,-1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8T12:55:57.356"/>
    </inkml:context>
    <inkml:brush xml:id="br0">
      <inkml:brushProperty name="width" value="0.035" units="cm"/>
      <inkml:brushProperty name="height" value="0.035" units="cm"/>
      <inkml:brushProperty name="color" value="#0070C0"/>
    </inkml:brush>
  </inkml:definitions>
  <inkml:trace contextRef="#ctx0" brushRef="#br0">3 1 24575,'-1'15'0,"1"0"0,-1 13 0,1-1 0,-1 6 0,1 2 0,1 8 0,2 2 0,0 7 0,3 9 0,-3-3 0,1-2 0,-3 2 0,0-8 0,-1 13 0,0 0 0,-1 8 0,0-1 0,0 16 0,-2-15 0,2 0 0,0-14 0,0-21 0,1 13 0,0-11 0,0 13 0,0 8 0,1-4 0,1 6 0,1-11 0,-1-10 0,0-6 0,-1-3 0,-1-7 0,0 5 0,0-7 0,0 2 0,0 3 0,0 2 0,0 4 0,0-1 0,1-2 0,0-3 0,1-7 0,-1 3 0,1-5 0,0 1 0,-1-3 0,-1-6 0,0 0 0,0 1 0,0 3 0,0-1 0,0 0 0,-1-3 0,1-2 0,0 1 0,-1 0 0,1 0 0,0 0 0,-1-1 0,1-3 0,0 0 0,0-4 0,0 2 0,0-3 0,0 1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8T12:55:57.357"/>
    </inkml:context>
    <inkml:brush xml:id="br0">
      <inkml:brushProperty name="width" value="0.035" units="cm"/>
      <inkml:brushProperty name="height" value="0.035" units="cm"/>
      <inkml:brushProperty name="color" value="#0070C0"/>
    </inkml:brush>
  </inkml:definitions>
  <inkml:trace contextRef="#ctx0" brushRef="#br0">53 1 24575,'-1'12'0,"-1"-2"0,0 15 0,-2 1 0,-2 14 0,2 14 0,0 16 0,1 13 0,2-29 0,0 2 0,-1 1 0,0 2 0,0 14 0,0 1 0,-1-11 0,1-1 0,0 4 0,1-3 0,0 32 0,1-8 0,0-20 0,0-5 0,0-10 0,0 0 0,0-2 0,0 17 0,-1-6 0,1 13 0,-1-18 0,0-10 0,0-5 0,1 3 0,0-2 0,-1 1 0,0-6 0,0-9 0,1 14 0,-1 7 0,3 10 0,-2-9 0,1-9 0,0-23 0,-1-5 0,0-5 0,0 0 0,0 2 0,0 0 0,0-3 0,-1 1 0,1-2 0,-1 2 0,1-2 0,0 3 0,0-4 0,0 2 0,0-3 0,0-2 0,0-2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8T12:55:57.359"/>
    </inkml:context>
    <inkml:brush xml:id="br0">
      <inkml:brushProperty name="width" value="0.035" units="cm"/>
      <inkml:brushProperty name="height" value="0.035" units="cm"/>
      <inkml:brushProperty name="color" value="#0070C0"/>
    </inkml:brush>
  </inkml:definitions>
  <inkml:trace contextRef="#ctx0" brushRef="#br0">680 0 24575,'-8'14'0,"0"-1"0,-7 12 0,3-7 0,1-1 0,2-5 0,-1 3 0,0 3 0,-2 2 0,3-3 0,2-4 0,4-5 0,-4 6 0,-1 4 0,-3 4 0,-8 11 0,1-3 0,-2 2 0,0 2 0,3-6 0,-1 2 0,-1 0 0,2-3 0,1-2 0,-1-1 0,5-6 0,-1 1 0,1-2 0,-3 2 0,-5 7 0,-6 5 0,-9 7 0,7-4 0,-3 1 0,13-11 0,-1 2 0,1-2 0,3-3 0,2-3 0,4-2 0,3-4 0,1-1 0,-1 1 0,0-3 0,0 1 0,0-1 0,2-3 0,-1 3 0,0 1 0,0-1 0,0-1 0,3-4 0,0-1 0,1-2 0,0 2 0,0 2 0,0 0 0,-1 1 0,1 0 0,-1 0 0,1 0 0,0-1 0,1-3 0,0 0 0,-1-1 0,1 0 0,0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8T12:55:57.360"/>
    </inkml:context>
    <inkml:brush xml:id="br0">
      <inkml:brushProperty name="width" value="0.035" units="cm"/>
      <inkml:brushProperty name="height" value="0.035" units="cm"/>
      <inkml:brushProperty name="color" value="#0070C0"/>
    </inkml:brush>
  </inkml:definitions>
  <inkml:trace contextRef="#ctx0" brushRef="#br0">0 1 24575,'7'9'0,"-1"-1"0,2 4 0,0-3 0,1 0 0,-1 1 0,6 6 0,0 2 0,4 4 0,2 1 0,-4-4 0,4 3 0,2 1 0,-2-1 0,2 4 0,-3-3 0,-4-2 0,3 4 0,4 6 0,2 2 0,4 3 0,-5-3 0,-5-7 0,-2-2 0,-3 2 0,-1-2 0,2 6 0,-4-4 0,1-2 0,-1 0 0,1 4 0,1 2 0,2 7 0,-4-10 0,-1 0 0,-5-12 0,1 2 0,0-2 0,3 5 0,0 1 0,2-1 0,-2-2 0,5 7 0,-1-5 0,5 8 0,-5-8 0,-2-7 0,-5-4 0,-2-7 0,-1 2 0,0 1 0,1 2 0,2 1 0,-2-1 0,1-2 0,-3-4 0,6-3 0,1-2 0,0-1 0,-2 2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8T12:55:57.361"/>
    </inkml:context>
    <inkml:brush xml:id="br0">
      <inkml:brushProperty name="width" value="0.035" units="cm"/>
      <inkml:brushProperty name="height" value="0.035" units="cm"/>
      <inkml:brushProperty name="color" value="#0070C0"/>
    </inkml:brush>
  </inkml:definitions>
  <inkml:trace contextRef="#ctx0" brushRef="#br0">1374 0 24575,'-7'12'0,"1"-1"0,-1 0 0,2-2 0,0 1 0,-1 2 0,0 2 0,0 2 0,-1 1 0,0 0 0,-2 1 0,1-5 0,1 1 0,1 0 0,-2 3 0,1 1 0,-3 3 0,1 1 0,-2 2 0,-1 6 0,1-1 0,-1 2 0,0-2 0,2-2 0,1-2 0,-1 2 0,2-4 0,-2 2 0,-2 2 0,-1-1 0,0 0 0,-5 5 0,3-6 0,-6 8 0,-4 4 0,1-3 0,-6 9 0,8-13 0,-2 4 0,5-8 0,-6 11 0,8-13 0,-1 3 0,4-8 0,0 1 0,-6 5 0,-13 14 0,12-15 0,-17 24 0,20-24 0,-10 17 0,6-7 0,-4 7 0,4-8 0,-2 3 0,3-6 0,3-5 0,-6 10 0,5-8 0,-5 8 0,4-4 0,0-3 0,3-1 0,0 0 0,0-1 0,-1 1 0,1-1 0,4-5 0,0-2 0,2-3 0,0 1 0,-4 3 0,-8 7 0,-5 1 0,-1 1 0,-1-1 0,7-6 0,-2 4 0,1 3 0,3-2 0,3 0 0,6-5 0,4 1 0,3-4 0,1 2 0,1-8 0,-1 0 0,2-4 0,0 0 0,1 0 0,0-2 0,-1 0 0,1-1 0,-1-1 0,1-2 0,1-1 0,0 0 0,0-1 0,-1-1 0,-1 1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8T12:55:57.358"/>
    </inkml:context>
    <inkml:brush xml:id="br0">
      <inkml:brushProperty name="width" value="0.035" units="cm"/>
      <inkml:brushProperty name="height" value="0.035" units="cm"/>
      <inkml:brushProperty name="color" value="#0070C0"/>
    </inkml:brush>
  </inkml:definitions>
  <inkml:trace contextRef="#ctx0" brushRef="#br0">1219 26 24575,'-15'1'0,"-8"-1"0,-10 1 0,-12-1 0,-3-1 0,8 0 0,-3-1 0,10 0 0,-9 0 0,1 1 0,2-1 0,11 2 0,-1-1 0,10 0 0,-2 0 0,2 1 0,-3 0 0,-4 0 0,-5 0 0,6 0 0,-5 0 0,-4 0 0,-7-1 0,4 1 0,-5-1 0,13 0 0,-7 0 0,2-1 0,3 1 0,-5 0 0,7 0 0,1 0 0,8 1 0,0-1 0,3 1 0,1 0 0,1 0 0,3 0 0,-5-1 0,-2 1 0,-2-1 0,5 1 0,6 0 0,5 0 0,4 0 0,0 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8T15:29:34.36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162 0 24575,'-11'17'0,"2"4"0,-4 5 0,2-1 0,-5 10 0,5-11 0,-2 4 0,5-4 0,0-1 0,2-3 0,0 1 0,1-6 0,0 0 0,1-1 0,-2 9 0,0 3 0,-3 11 0,3 9 0,1-4 0,4-2 0,1 2 0,-1-10 0,1 5 0,-1 8 0,1 9 0,1 6 0,0 1 0,2-13 0,-2-13 0,1-3 0,1-3 0,-1 1 0,-1-4 0,1 4 0,-1-11 0,-1 7 0,1 0 0,0 6 0,0 3 0,0-1 0,-1-1 0,3 3 0,2 10 0,2 2 0,-1-4 0,1-4 0,1 5 0,2 1 0,0-2 0,-1-9 0,-2-4 0,1 7 0,-1 3 0,2 5 0,-4-16 0,-2 0 0,-2-17 0,0 1 0,0-8 0,1 2 0,0-1 0,1 1 0,-1 0 0,1 0 0,2 4 0,0-1 0,1 1 0,-3-5 0,-1-1 0,-1-2 0,0-1 0,0 0 0,0-1 0,0 1 0,-1 1 0,0-1 0,1 2 0,0 0 0,0 3 0,1 0 0,1 2 0,-1-2 0,1 2 0,-2-4 0,1 1 0,-1-2 0,1-1 0,-1 0 0,-1-2 0,0-1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8T15:29:40.45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0 24575,'3'15'0,"-1"-1"0,2-7 0,-1 2 0,-1-1 0,1 2 0,0 2 0,-1-3 0,3 5 0,-2-1 0,0-1 0,0 0 0,-1-2 0,0 0 0,0 0 0,0 2 0,1 3 0,1-1 0,0 1 0,-2-6 0,-1-4 0,0-1 0,-1 1 0,0-2 0,0 1 0,1-2 0,0 3 0,1 4 0,1 5 0,0 6 0,-1-2 0,1 7 0,1 3 0,1 2 0,0 2 0,1-7 0,-2-8 0,0-1 0,-1-3 0,-1 1 0,0-1 0,0-2 0,0-1 0,1 0 0,0-2 0,0 2 0,-1 1 0,0 1 0,1 0 0,0 0 0,0-1 0,0 3 0,1-1 0,0 2 0,0-1 0,-1-1 0,1-1 0,-1 1 0,0-4 0,-2 0 0,2-2 0,-1 1 0,2 2 0,0 0 0,0 1 0,0 0 0,1 4 0,1-1 0,-2 4 0,0-2 0,-1 6 0,0-1 0,0 3 0,-1-1 0,0-6 0,0-3 0,-1-2 0,-1-4 0,1 1 0,-1 2 0,0 4 0,1 4 0,-1 3 0,1-3 0,-1-5 0,1-5 0,-1-2 0,1 0 0,-1 4 0,2-2 0,-2 1 0,0-3 0,0-3 0,0 2 0,0 1 0,0 6 0,0-1 0,0 2 0,0-2 0,0 0 0,0 1 0,-1 5 0,1 5 0,0 6 0,0-2 0,0-2 0,-1-6 0,-1-1 0,0 10 0,-1 1 0,0 2 0,0 3 0,1-8 0,0 5 0,0 12 0,0-9 0,-2 9 0,-1-17 0,0 0 0,0-8 0,-2 5 0,-2 2 0,-3 6 0,-1 1 0,3-6 0,3-3 0,4-5 0,0 6 0,0 0 0,1-8 0,0-4 0,0-8 0,2 0 0,-1 3 0,-1 6 0,-1 2 0,0 1 0,0-1 0,1-4 0,-1 3 0,3 4 0,-1-3 0,1 1 0,-1-5 0,1-2 0,-2 0 0,1 1 0,0-1 0,0-1 0,-1 1 0,0 0 0,-1 2 0,1-2 0,0 1 0,1-5 0,0-1 0,1-2 0,0-13 0,0 7 0,0-8 0,0 9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8T15:29:45.43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83 127 24575,'12'-9'0,"1"0"0,3 1 0,4 0 0,-4 2 0,-2 0 0,-7 4 0,-4 1 0,-2 1 0,1 0 0,2 2 0,0 2 0,0 4 0,0 2 0,-1 2 0,-2 3 0,-3 1 0,-2 3 0,-1-2 0,-2-5 0,0-5 0,-2-3 0,-4-1 0,1-2 0,2 0 0,5 0 0,2-5 0,1-4 0,-1-6 0,1-9 0,2 1 0,2 4 0,3 2 0,1 8 0,1-2 0,-1 5 0,-3 3 0,3 1 0,3 2 0,3 3 0,0 0 0,-2 2 0,-5-2 0,-1 5 0,-3 7 0,-2 8 0,-6 5 0,-4 0 0,-4-7 0,4-9 0,-5-6 0,2-8 0,-2-1 0,0-9 0,3-7 0,6 2 0,2 0 0,3 8 0,2 3 0,2-1 0,2-1 0,6-1 0,10-3 0,8 0 0,5 0 0,-10 4 0,-8 4 0,-13 7 0,1 10 0,-1 6 0,-3 9 0,-4-3 0,-6 2 0,-1-6 0,1-6 0,2-6 0,3-9 0,-7-10 0,-2-12 0,-6-24 0,6-1 0,6-2 0,5 20 0,5 6 0,0 9 0,2-3 0,0 8 0,8-3 0,5 7 0,8 0 0,-2 4 0,-5 4 0,-4 10 0,-7 1 0,-1 13 0,-3-6 0,-3 3 0,-6-4 0,-7 1 0,-5-1 0,-3-5 0,1-7 0,5-7 0,2-5 0,3-10 0,4-4 0,2-10 0,6-3 0,2 2 0,1 5 0,1 10 0,-2 9 0,0 2 0,3 2 0,4 4 0,2 3 0,4 3 0,-3 0 0,-2 0 0,-6-2 0,-2 1 0,-4-1 0,-5 8 0,-9 2 0,-7 3 0,-1-4 0,0-5 0,8-8 0,2-2 0,3-5 0,3-8 0,-1-6 0,1-7 0,0 0 0,2 2 0,2 4 0,0 6 0,2 4 0,1 6 0,1 0 0,4 0 0,7 1 0,10 2 0,11 1 0,0 3 0,-9-1 0,-9 0 0,-12 0 0,-1 3 0,0 6 0,0-1 0,-3 2 0,-2-5 0,-3 0 0,0-3 0,1-3 0,-8 0 0,4-2 0,-5-1 0,7-3 0,4-1 0,2-6 0,3-2 0,-1 1 0,8-2 0,3 2 0,4-2 0,0 3 0,-5 4 0,-5 4 0,-3 3 0,3 4 0,-1 2 0,1 2 0,-3-1 0,-3 0 0,-2-1 0,0-1 0,-1-1 0,1-3 0,-2-1 0,-1-6 0,1-1 0,-1-11 0,4 3 0,0 0 0,1 8 0,1 4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8T15:30:12.46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0 24575,'13'1'0,"-2"0"0,0 0 0,-1-1 0,1 1 0,2 0 0,-2-1 0,-2 0 0,-3 1 0,-4-1 0,2 1 0,-1 0 0,0-1 0,2 1 0,0 0 0,1 0 0,1 1 0,0 0 0,-2-1 0,1 1 0,-1 0 0,4 2 0,4 1 0,2 4 0,-2-2 0,-1 0 0,-3-2 0,-3-1 0,0 0 0,-2-1 0,1 0 0,-1-1 0,6 2 0,-4-2 0,3 3 0,-4-3 0,0 2 0,-2-1 0,3-1 0,-1 1 0,-1 0 0,0-1 0,0 0 0,0-1 0,1 1 0,2 0 0,1 0 0,0 0 0,1 0 0,-3 0 0,9 1 0,1 2 0,7 0 0,-5 0 0,-3-2 0,-4-1 0,-1-1 0,-1 1 0,-2-1 0,-3 0 0,-1-1 0,2 1 0,-2-1 0,0 0 0,-1 1 0,1-1 0,3 1 0,7 1 0,-1 0 0,2 1 0,-5-1 0,-1 0 0,2-1 0,-1 1 0,2 1 0,-1-2 0,1 2 0,2-1 0,-5 0 0,4 1 0,2 0 0,-2 0 0,2 0 0,-6-2 0,2 1 0,0 0 0,5 3 0,1-1 0,-4-1 0,2 1 0,-1 0 0,9 3 0,-1 0 0,3 2 0,-7-4 0,-6-1 0,-1 0 0,1-1 0,0 2 0,2 0 0,-3-1 0,-2 0 0,1 0 0,-1 0 0,3 1 0,7 4 0,-6-3 0,7 3 0,-10-4 0,1-1 0,3 2 0,7 4 0,3 2 0,-1 0 0,-7-3 0,-5-2 0,-3-1 0,7 4 0,2 2 0,-1 0 0,-3-2 0,-5-2 0,-1-2 0,7 6 0,2 4 0,3 1 0,-3-3 0,-6-4 0,-2-3 0,-3-3 0,1 2 0,-2-2 0,-1 0 0,1 0 0,-1 0 0,1 0 0,1 2 0,3 3 0,0 0 0,2 2 0,-1-1 0,3 3 0,-4-5 0,3 4 0,-4-5 0,2 3 0,0 0 0,5 4 0,0 2 0,-2-3 0,2 2 0,-3-2 0,1 0 0,1 2 0,5 4 0,-7-8 0,3 2 0,-4-4 0,-4-5 0,3 6 0,-1-4 0,-1 0 0,2 2 0,8 5 0,0-1 0,13 7 0,-7-3 0,3 0 0,-6-3 0,1 1 0,0 1 0,0-1 0,-1-2 0,11 6 0,1 1 0,8 4 0,12 6 0,-3-1 0,-4-2 0,-13-8 0,-20-11 0,-7-4 0,-2-1 0,1 1 0,1-1 0,-1 1 0,3 1 0,-3 0 0,3 0 0,-3-1 0,2 1 0,-2-2 0,-2-1 0,0-1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8T15:30:57.78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1 110 24575,'40'-27'0,"-6"6"0,6-5 0,-15 11 0,-6 4 0,-8 5 0,-4 3 0,-3 3 0,-1 0 0,3 2 0,0 5 0,0 4 0,-2 8 0,0 5 0,-3 6 0,-1-7 0,-4 2 0,-14-7 0,0-1 0,-8-2 0,5-9 0,6-4 0,3-4 0,0-7 0,4-10 0,1-5 0,2 1 0,5 3 0,5 9 0,29-5 0,27 6 0,-3 1 0,-5 7 0,-39 11 0,-15 16 0,-8 15 0,-8 9 0,-9-5 0,-10-9 0,-3-18 0,8-8 0,7-9 0,9-8 0,8-5 0,1-11 0,4-6 0,2-4 0,1 6 0,0 8 0,0 12 0,3 5 0,11 12 0,-3 3 0,3 12 0,-10 7 0,-7-8 0,-5 1 0,-3-15 0,-10-4 0,4-4 0,-5-6 0,11-7 0,3-7 0,6-1 0,6-3 0,5 10 0,2 1 0,-2 7 0,-4 6 0,-4 6 0,0 8 0,-1 2 0,-2 1 0,0-6 0,0-12 0,-1-15 0,4-3 0,4-9 0,0 14 0,0 6 0,-3 13 0,-4 7 0,-2 6 0,-3-1 0,-3-4 0,-1-5 0,2-5 0,3-2 0,2-3 0,1-2 0,-2-2 0,1 1 0,0-1 0,2 3 0,0 1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8T15:31:59.41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12 117 24575,'5'-5'0,"1"-1"0,1 1 0,9-5 0,5-1 0,-4 4 0,-4 1 0,-10 7 0,1 3 0,1 2 0,0 2 0,-3-2 0,-1-1 0,-3 3 0,-8 8 0,0 1 0,-12 4 0,6-11 0,2-4 0,2-7 0,4-6 0,-2-8 0,2-4 0,4 1 0,5 3 0,28-1 0,49-1 0,-17 4 0,11 3 0,-55 14 0,-17 7 0,1 3 0,-3 6 0,-9 4 0,2-6 0,-8 1 0,10-13 0,-7-3 0,-6-10 0,-23-19 0,-1-7 0,-3-7 0,21 14 0,14 12 0,9 8 0,9 1 0,4 2 0,2 1 0,-3 3 0,-5 4 0,-2 4 0,-2 4 0,-5 5 0,0-4 0,-3-1 0,5-9 0,2-1 0,2-3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8T15:32:01.53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63 31 24575,'9'3'0,"0"0"0,-2 3 0,0 1 0,-3-1 0,-1 1 0,-5 2 0,-2 1 0,-2 1 0,-2-5 0,-2-4 0,-6-12 0,-3-10 0,0-1 0,6 1 0,9 7 0,14 4 0,23 1 0,11 8 0,-5 1 0,-11 9 0,-25 1 0,-4 8 0,-4 5 0,-10 10 0,-4-1 0,-8-1 0,10-13 0,1-10 0,7-14 0,-8-27 0,5-2 0,-1-13 0,11 20 0,10 14 0,26 14 0,-3 4 0,20 10 0,-31-7 0,-2 7 0,-16-2 0,1 7 0,-3-1 0,-1-3 0,-1-8 0,-5-6 0,-4-6 0,-1-2 0,3-4 0,5-13 0,5 3 0,7-1 0,6 9 0,21 10 0,-17 1 0,8 4 0,-26 4 0,-4 3 0,-6 6 0,-1-3 0,0-3 0,5-5 0,3-5 0,2-6 0,1-6 0,-1 2 0,2 0 0,-1 9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8T15:32:03.20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145 94 24575,'16'1'0,"1"3"0,1 10 0,-4 7 0,-8 10 0,-7-5 0,-13 1 0,-12-8 0,0-6 0,-1-3 0,10-12 0,2-13 0,4-20 0,14-24 0,14-7 0,7 13 0,0 24 0,0 35 0,-2 24 0,2 14 0,-7 17 0,-13-18 0,-11 1 0,-4-24 0,-3-6 0,-2-11 0,-15-17 0,-13-13 0,-8-10 0,16 7 0,13 11 0,20 14 0,7 0 0,12 1 0,2 1 0,4 9 0,-9 0 0,-7 5 0,-5-7 0,-1-4 0,-1-10 0,0-1 0,-1-2 0,2 6 0,0 5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8T15:32:08.67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84 24575,'11'-18'0,"1"5"0,21 0 0,-17 8 0,10 0 0,-22 9 0,-4 5 0,-2 9 0,-3 3 0,-1-3 0,-1-4 0,1-7 0,-6-3 0,1-2 0,-3-1 0,5-5 0,3-10 0,1-9 0,3-4 0,2 2 0,1 10 0,3 5 0,0 5 0,3 1 0,-3 4 0,1-1 0,-3 2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8T15:32:09.15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28 14 24575,'-8'-4'0,"1"1"0,4 1 0,1 1 0,-1 0 0,1 0 0,-1-1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8T15:32:10.81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96 114 24575,'9'-2'0,"-3"1"0,-1 4 0,-3 4 0,0 5 0,-2 0 0,-9 4 0,-7-2 0,1-2 0,3-5 0,7-6 0,-4-14 0,-3-9 0,0-5 0,7-8 0,17 2 0,7 5 0,5 3 0,-10 16 0,-4 7 0,-6 9 0,-2 10 0,0 8 0,-4 8 0,-2-10 0,-13 0 0,-1-12 0,-4-2 0,7-4 0,8-5 0,3-8 0,-5-11 0,2-6 0,1-5 0,6 6 0,3 8 0,7 3 0,8 8 0,8 2 0,-2 3 0,-6 4 0,-11 8 0,-7 7 0,0 8 0,-3-4 0,-5 1 0,2-13 0,-1-1 0,5-12 0,-3-16 0,0-8 0,0-3 0,3-2 0,4 18 0,1 2 0,-1 8 0,0 3 0,0 13 0,0-4 0,-1 10 0,-2-8 0,-1-5 0,1-2 0,0-3 0,0-1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8T15:32:18.27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72 106 21646,'10'-13'0,"1"-1"1408,-1 4-1408,-2 2 494,-2 6-494,-2 1 252,1 1-252,-2 4 775,-2 1-775,0 7 0,-2 4 0,-1 3 0,-3-3 0,-6 1 0,3-11 0,-2 2 0,3-8 0,1-6 0,-1-3 0,0-7 0,4 4 0,4-4 0,4 7 0,13-5 0,13 2 0,7 2 0,-2 3 0,-15 5 0,-16 16 0,-13 9 0,-6 17 0,-4-3 0,-6 1 0,-2-13 0,2-5 0,4-9 0,6-8 0,3-9 0,-6-25 0,1-7 0,0-18 0,7 11 0,8 8 0,11 12 0,6 11 0,10 7 0,-1 11 0,-2 5 0,-8 9 0,-6 7 0,-5 8 0,-2 2 0,-4-2 0,-3-9 0,-3-9 0,2-7 0,1-6 0,-7-4 0,-3-10 0,-1-4 0,5-11 0,10-2 0,6 3 0,2 6 0,-2 12 0,0 6 0,-3 3 0,1-1 0,-2 1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8T15:32:21.12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53 128 24575,'11'-23'0,"10"-2"0,4 8 0,-3 3 0,-8 10 0,-10 10 0,-3 11 0,0 5 0,-5 8 0,-7-1 0,-4-5 0,-1-7 0,4-8 0,4-9 0,-1-7 0,2-7 0,1-14 0,5-3 0,2 0 0,2 8 0,-1 13 0,4 5 0,4 10 0,-1 6 0,-1 12 0,-7 6 0,-6 8 0,-2-8 0,-1-6 0,0-13 0,-2-7 0,-6-8 0,2-3 0,-4-11 0,10 0 0,1-8 0,5 6 0,5-3 0,9 6 0,11 0 0,15 4 0,12 6 0,-19 5 0,-1 8 0,-28 10 0,-7 15 0,-5 8 0,-7 0 0,-3-6 0,3-13 0,-8-4 0,3-10 0,3-2 0,3-10 0,8-16 0,-1-21 0,3-7 0,5 2 0,6 18 0,5 14 0,6 7 0,7 6 0,-5 9 0,-3 12 0,-11 17 0,-6 8 0,-3 5 0,-2-15 0,2-13 0,1-13 0,-4-14 0,0-4 0,-2-2 0,3-2 0,3 7 0,1 1 0,1 4 0,2 3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372E36-343A-6741-AAA5-4A4CC4BBC61B}" type="datetimeFigureOut">
              <a:rPr lang="en-IL" smtClean="0"/>
              <a:t>23/12/2025</a:t>
            </a:fld>
            <a:endParaRPr lang="en-I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615906-8FEA-3045-9172-729FFF3A66A6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3395675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https://</a:t>
            </a:r>
            <a:r>
              <a:rPr lang="en-US" dirty="0" err="1"/>
              <a:t>algassert.com</a:t>
            </a:r>
            <a:r>
              <a:rPr lang="en-US" dirty="0"/>
              <a:t>/</a:t>
            </a:r>
            <a:r>
              <a:rPr lang="en-US" dirty="0" err="1"/>
              <a:t>crumble#circuit</a:t>
            </a:r>
            <a:r>
              <a:rPr lang="en-US" dirty="0"/>
              <a:t>=Q(0,12)0;Q(1,9)1;Q(1,11)2;Q(1,13)3;Q(2,8)4;Q(2,10)5;Q(2,12)6;Q(3,9)7;Q(3,11)8;Q(3,13)9;Q(4,10)10;Q(4,12)11;Q(4,14)12;Q(5,9)13;Q(5,11)14;Q(5,13)15;Q(6,8)16;Q(6,10)17;Q(6,12)18;Q(7,9)19;Q(7,11)20;Q(7,13)21;Q(8,2)22;Q(8,6)23;Q(8,10)24;Q(8,12)25;Q(8,14)26;Q(8,18)27;Q(9,1)28;Q(9,3)29;Q(9,5)30;Q(9,7)31;Q(9,9)32;Q(9,11)33;Q(9,13)34;Q(9,15)35;Q(9,17)36;Q(9,19)37;Q(9,21)38;Q(10,2)39;Q(10,4)40;Q(10,6)41;Q(10,8)42;Q(10,10)43;Q(10,12)44;Q(10,14)45;Q(10,16)46;Q(10,18)47;Q(10,20)48;Q(10,22)49;Q(11,1)50;Q(11,3)51;Q(11,5)52;Q(11,7)53;Q(11,9)54;Q(11,11)55;Q(11,13)56;Q(11,15)57;Q(11,17)58;Q(11,19)59;Q(11,21)60;Q(12,0)61;Q(12,2)62;Q(12,4)63;Q(12,6)64;Q(12,8)65;Q(12,10)66;Q(12,12)67;Q(12,14)68;Q(12,16)69;Q(12,18)70;Q(12,20)71;Q(13,1)72;Q(13,3)73;Q(13,5)74;Q(13,7)75;Q(13,9)76;Q(13,11)77;Q(13,13)78;Q(13,15)79;Q(13,17)80;Q(13,19)81;Q(13,21)82;Q(14,4)83;Q(14,8)84;Q(14,10)85;Q(14,12)86;Q(14,16)87;Q(14,20)88;Q(15,9)89;Q(15,11)90;Q(15,13)91;Q(16,10)92;Q(16,12)93;Q(16,14)94;Q(17,9)95;Q(17,11)96;Q(17,13)97;Q(18,8)98;Q(18,10)99;Q(18,12)100;Q(19,9)101;Q(19,11)102;Q(19,13)103;Q(20,10)104;Q(20,12)105;Q(20,14)106;Q(21,9)107;Q(21,11)108;Q(21,13)109;Q(22,10)110;R_1_2_3_7_8_9_13_14_15_19_20_21_28_29_30_31_32_33_34_35_36_37_38_50_51_52_53_54_55_56_57_58_59_60_72_73_74_75_76_77_78_79_80_81_82_89_90_91_95_96_97_101_102_103_107_108_109;RX_0_4_5_6_10_11_12_16_17_18_22_23_24_25_26_27_39_40_41_42_43_44_45_46_47_48_49_61_62_63_64_65_66_67_68_69_70_71_83_84_85_86_87_88_92_93_94_98_99_100_104_105_106_110;TICK;CX_6_2_10_7_12_9_18_14_24_19_26_21_40_29_42_31_44_33_46_35_48_37_62_50_64_52_66_54_68_56_70_58_83_73_84_75_86_77_87_79_88_81_92_89_94_91_100_96_104_101_106_103;CZ_5_1_11_8_17_13_25_20_39_28_41_30_43_32_45_34_47_36_49_38_63_51_65_53_67_55_69_57_71_59_85_76_93_90_99_95_105_102_110_107;TICK;CX_6_8_10_13_12_15_18_20_22_28_23_30_24_32_26_34_27_36_86_90_92_95_94_97_100_102_104_107_106_109;CZ_0_2_39_50_41_52_43_54_45_56_47_58_49_60_63_73_65_75_67_77_69_79_71_81;TICK;CX_4_1_6_3_10_8_16_13_18_15_24_20_40_30_42_32_44_34_46_36_48_38_62_51_64_53_66_55_68_57_70_59_83_74_84_76_86_78_87_80_88_82_92_90_98_95_100_97_104_102;CZ_5_2_11_9_17_14_25_21_39_29_41_31_43_33_45_35_47_37_61_50_63_52_65_54_67_56_69_58_71_60_85_77_93_91_99_96_105_103_110_108;TICK;CX_40_51_42_53_44_55_46_57_48_59_62_72_64_74_66_76_68_78_70_80;CZ_5_7_11_14_17_19_25_33_85_89_93_96_99_101_105_108;TICK;CX_4_7_6_9_10_14_16_19_18_21_22_29_23_31_24_33_26_35_27_37_40_52_42_54_44_56_46_58_48_60_62_73_64_75_66_77_68_79_70_81_84_89_86_91_92_96_98_101_100_103_104_108;CZ_0_3_5_8_11_15_17_20_25_34_39_51_41_53_43_55_45_57_47_59_61_72_63_74_65_76_67_78_69_80_71_82_85_90_93_97_99_102_105_109;TICK;TICK;MX_0_4_5_6_10_11_12_16_17_18_22_23_24_25_26_27_39_40_41_42_43_44_45_46_47_48_49_61_62_63_64_65_66_67_68_69_70_71_83_84_85_86_87_88_92_93_94_98_99_100_104_105_106_110;DT(0,12,0)rec[-54];DT(2,10,0)rec[-52];DT(4,12,0)rec[-49];DT(6,10,0)rec[-46];DT(8,12,0)rec[-41];DT(10,2,0)rec[-38];DT(10,6,0)rec[-36];DT(10,10,0)rec[-34];DT(10,14,0)rec[-32];DT(10,18,0)rec[-30];DT(10,22,0)rec[-28];DT(12,0,0)rec[-27];DT(12,4,0)rec[-25];DT(12,8,0)rec[-23];DT(12,12,0)rec[-21];DT(12,16,0)rec[-19];DT(12,20,0)rec[-17];DT(14,10,0)rec[-14];DT(16,12,0)rec[-9];DT(18,10,0)rec[-6];DT(20,12,0)rec[-3];DT(22,10,0)rec[-1];TICK;RX_0_4_5_6_10_11_12_16_17_18_22_23_24_25_26_27_39_40_41_42_43_44_45_46_47_48_49_61_62_63_64_65_66_67_68_69_70_71_83_84_85_86_87_88_92_93_94_98_99_100_104_105_106_110;TICK;CX_6_2_10_7_12_9_18_14_24_19_26_21_40_29_42_31_44_33_46_35_48_37_62_50_64_52_66_54_68_56_70_58_83_73_84_75_86_77_87_79_88_81_92_89_94_91_100_96_104_101_106_103;CZ_5_1_11_8_17_13_25_20_39_28_41_30_43_32_45_34_47_36_49_38_63_51_65_53_67_55_69_57_71_59_85_76_93_90_99_95_105_102_110_107;TICK;CX_6_8_10_13_12_15_18_20_22_28_23_30_24_32_26_34_27_36_86_90_92_95_94_97_100_102_104_107_106_109;CZ_0_2_39_50_41_52_43_54_45_56_47_58_49_60_63_73_65_75_67_77_69_79_71_81;TICK;CX_4_1_6_3_10_8_16_13_18_15_24_20_40_30_42_32_44_34_46_36_48_38_62_51_64_53_66_55_68_57_70_59_83_74_84_76_86_78_87_80_88_82_92_90_98_95_100_97_104_102;CZ_5_2_11_9_17_14_25_21_39_29_41_31_43_33_45_35_47_37_61_50_63_52_65_54_67_56_69_58_71_60_85_77_93_91_99_96_105_103_110_108;TICK;CX_40_51_42_53_44_55_46_57_48_59_62_72_64_74_66_76_68_78_70_80;CZ_5_7_11_14_17_19_25_33_85_89_93_96_99_101_105_108;TICK;CX_4_7_6_9_10_14_16_19_18_21_22_29_23_31_24_33_26_35_27_37_40_52_42_54_44_56_46_58_48_60_62_73_64_75_66_77_68_79_70_81_84_89_86_91_92_96_98_101_100_103_104_108;CZ_0_3_5_8_11_15_17_20_25_34_39_51_41_53_43_55_45_57_47_59_61_72_63_74_65_76_67_78_69_80_71_82_85_90_93_97_99_102_105_109;TICK;TICK;MX_0_4_5_6_10_11_12_16_17_18_22_23_24_25_26_27_39_40_41_42_43_44_45_46_47_48_49_61_62_63_64_65_66_67_68_69_70_71_83_84_85_86_87_88_92_93_94_98_99_100_104_105_106_110;DT(0,12,1)rec[-54]_rec[-108];DT(2,8,1)rec[-53]_rec[-107];DT(2,10,1)rec[-52]_rec[-106];DT(2,12,1)rec[-51]_rec[-105];DT(4,10,1)rec[-50]_rec[-104];DT(4,12,1)rec[-49]_rec[-103];DT(4,14,1)rec[-48]_rec[-102];DT(6,8,1)rec[-47]_rec[-101];DT(6,10,1)rec[-46]_rec[-100];DT(6,12,1)rec[-45]_rec[-99];DT(8,2,1)rec[-44]_rec[-98];DT(8,6,1)rec[-43]_rec[-97];DT(8,10,1)rec[-42]_rec[-96];DT(8,12,1)rec[-41]_rec[-95];DT(8,14,1)rec[-40]_rec[-94];DT(8,18,1)rec[-39]_rec[-93];DT(10,2,1)rec[-38]_rec[-92];DT(10,4,1)rec[-37]_rec[-91];DT(10,6,1)rec[-36]_rec[-90];DT(10,8,1)rec[-35]_rec[-89];DT(10,10,1)rec[-34]_rec[-88];DT(10,12,1)rec[-33]_rec[-87];DT(10,14,1)rec[-32]_rec[-86];DT(10,16,1)rec[-31]_rec[-85];DT(10,18,1)rec[-30]_rec[-84];DT(10,20,1)rec[-29]_rec[-83];DT(10,22,1)rec[-28]_rec[-82];DT(12,0,1)rec[-27]_rec[-81];DT(12,2,1)rec[-26]_rec[-80];DT(12,4,1)rec[-25]_rec[-79];DT(12,6,1)rec[-24]_rec[-78];DT(12,8,1)rec[-23]_rec[-77];DT(12,10,1)rec[-22]_rec[-76];DT(12,12,1)rec[-21]_rec[-75];DT(12,14,1)rec[-20]_rec[-74];DT(12,16,1)rec[-19]_rec[-73];DT(12,18,1)rec[-18]_rec[-72];DT(12,20,1)rec[-17]_rec[-71];DT(14,4,1)rec[-16]_rec[-70];DT(14,8,1)rec[-15]_rec[-69];DT(14,10,1)rec[-14]_rec[-68];DT(14,12,1)rec[-13]_rec[-67];DT(14,16,1)rec[-12]_rec[-66];DT(14,20,1)rec[-11]_rec[-65];DT(16,10,1)rec[-10]_rec[-64];DT(16,12,1)rec[-9]_rec[-63];DT(16,14,1)rec[-8]_rec[-62];DT(18,8,1)rec[-7]_rec[-61];DT(18,10,1)rec[-6]_rec[-60];DT(18,12,1)rec[-5]_rec[-59];DT(20,10,1)rec[-4]_rec[-58];DT(20,12,1)rec[-3]_rec[-57];DT(20,14,1)rec[-2]_rec[-56];DT(22,10,1)rec[-1]_rec[-55];TICK;RX_0_4_5_6_10_11_12_16_17_18_22_23_24_25_26_27_39_40_41_42_43_44_45_46_47_48_49_61_62_63_64_65_66_67_68_69_70_71_83_84_85_86_87_88_92_93_94_98_99_100_104_105_106_110;TICK;CX_6_2_10_7_12_9_18_14_24_19_26_21_40_29_42_31_44_33_46_35_48_37_62_50_64_52_66_54_68_56_70_58_83_73_84_75_86_77_87_79_88_81_92_89_94_91_100_96_104_101_106_103;CZ_5_1_11_8_17_13_25_20_39_28_41_30_43_32_45_34_47_36_49_38_63_51_65_53_67_55_69_57_71_59_85_76_93_90_99_95_105_102_110_107;TICK;CX_6_8_10_13_12_15_18_20_22_28_23_30_24_32_26_34_27_36_86_90_92_95_94_97_100_102_104_107_106_109;CZ_0_2_39_50_41_52_43_54_45_56_47_58_49_60_63_73_65_75_67_77_69_79_71_81;TICK;CX_4_1_6_3_10_8_16_13_18_15_24_20_40_30_42_32_44_34_46_36_48_38_62_51_64_53_66_55_68_57_70_59_83_74_84_76_86_78_87_80_88_82_92_90_98_95_100_97_104_102;CZ_5_2_11_9_17_14_25_21_39_29_41_31_43_33_45_35_47_37_61_50_63_52_65_54_67_56_69_58_71_60_85_77_93_91_99_96_105_103_110_108;TICK;CX_40_51_42_53_44_55_46_57_48_59_62_72_64_74_66_76_68_78_70_80;CZ_5_7_11_14_17_19_25_33_85_89_93_96_99_101_105_108;TICK;CX_4_7_6_9_10_14_16_19_18_21_22_29_23_31_24_33_26_35_27_37_40_52_42_54_44_56_46_58_48_60_62_73_64_75_66_77_68_79_70_81_84_89_86_91_92_96_98_101_100_103_104_108;CZ_0_3_5_8_11_15_17_20_25_34_39_51_41_53_43_55_45_57_47_59_61_72_63_74_65_76_67_78_69_80_71_82_85_90_93_97_99_102_105_109;TICK;TICK;M_1_2_3_7_8_9_13_14_15_19_20_21_28_29_30_31_32_33_34_35_36_37_38_50_51_52_53_54_55_56_57_58_59_60_72_73_74_75_76_77_78_79_80_81_82_89_90_91_95_96_97_101_102_103_107_108_109;MX_0_4_5_6_10_11_12_16_17_18_22_23_24_25_26_27_39_40_41_42_43_44_45_46_47_48_49_61_62_63_64_65_66_67_68_69_70_71_83_84_85_86_87_88_92_93_94_98_99_100_104_105_106_110;DT(0,12,2)rec[-54]_rec[-109]_rec[-110];DT(0,12,3)rec[-54]_rec[-165];DT(2,8,2)rec[-53]_rec[-164];DT(2,10,2)rec[-52]_rec[-107]_rec[-108]_rec[-110]_rec[-111];DT(2,10,3)rec[-52]_rec[-163];DT(2,12,2)rec[-51]_rec[-162];DT(4,10,2)rec[-50]_rec[-161];DT(4,12,2)rec[-49]_rec[-103]_rec[-104]_rec[-106]_rec[-107];DT(4,12,3)rec[-49]_rec[-160];DT(4,14,2)rec[-48]_rec[-159];DT(6,8,2)rec[-47]_rec[-158];DT(6,10,2)rec[-46]_rec[-101]_rec[-102]_rec[-104]_rec[-105];DT(6,10,3)rec[-46]_rec[-157];DT(6,12,2)rec[-45]_rec[-156];DT(8,2,2)rec[-44]_rec[-155];DT(8,6,2)rec[-43]_rec[-154];DT(8,10,2)rec[-42]_rec[-153];DT(8,12,2)rec[-41]_rec[-93]_rec[-94]_rec[-100]_rec[-101];DT(8,12,3)rec[-41]_rec[-152];DT(8,14,2)rec[-40]_rec[-151];DT(8,18,2)rec[-39]_rec[-150];DT(10,2,2)rec[-38]_rec[-87]_rec[-88]_rec[-98]_rec[-99];DT(10,2,3)rec[-38]_rec[-149];DT(10,4,2)rec[-37]_rec[-148];DT(10,6,2)rec[-36]_rec[-147];DT(11,7,2)rec[-36]_rec[-85]_rec[-86]_rec[-96]_rec[-97];DT(10,8,2)rec[-35]_rec[-146];DT(10,10,2)rec[-34]_rec[-83]_rec[-84]_rec[-94]_rec[-95];DT(10,10,3)rec[-34]_rec[-145];DT(10,12,2)rec[-33]_rec[-144];DT(10,14,2)rec[-32]_rec[-81]_rec[-82]_rec[-92]_rec[-93];DT(10,14,3)rec[-32]_rec[-143];DT(10,16,2)rec[-31]_rec[-142];DT(10,18,2)rec[-30]_rec[-79]_rec[-80]_rec[-90]_rec[-91];DT(10,18,3)rec[-30]_rec[-141];DT(10,20,2)rec[-29]_rec[-140];DT(10,22,2)rec[-28]_rec[-78]_rec[-89];DT(10,22,3)rec[-28]_rec[-139];DT(12,0,2)rec[-27]_rec[-77]_rec[-88];DT(12,0,3)rec[-27]_rec[-138];DT(12,2,2)rec[-26]_rec[-137];DT(12,4,2)rec[-25]_rec[-75]_rec[-76]_rec[-86]_rec[-87];DT(12,4,3)rec[-25]_rec[-136];DT(12,6,2)rec[-24]_rec[-135];DT(12,8,2)rec[-23]_rec[-73]_rec[-74]_rec[-84]_rec[-85];DT(12,8,3)rec[-23]_rec[-134];DT(12,10,2)rec[-22]_rec[-133];DT(12,12,2)rec[-21]_rec[-132];DT(13,13,2)rec[-21]_rec[-71]_rec[-72]_rec[-82]_rec[-83];DT(12,14,2)rec[-20]_rec[-131];DT(12,16,2)rec[-19]_rec[-130];DT(13,17,2)rec[-19]_rec[-69]_rec[-70]_rec[-80]_rec[-81];DT(12,18,2)rec[-18]_rec[-129];DT(12,20,2)rec[-17]_rec[-67]_rec[-68]_rec[-78]_rec[-79];DT(12,20,3)rec[-17]_rec[-128];DT(14,4,2)rec[-16]_rec[-127];DT(14,8,2)rec[-15]_rec[-126];DT(14,10,2)rec[-14]_rec[-65]_rec[-66]_rec[-72]_rec[-73];DT(14,10,3)rec[-14]_rec[-125];DT(14,12,2)rec[-13]_rec[-124];DT(14,16,2)rec[-12]_rec[-123];DT(14,20,2)rec[-11]_rec[-122];DT(16,10,2)rec[-10]_rec[-121];DT(16,12,2)rec[-9]_rec[-120];DT(17,13,2)rec[-9]_rec[-61]_rec[-62]_rec[-64]_rec[-65];DT(16,14,2)rec[-8]_rec[-119];DT(18,8,2)rec[-7]_rec[-118];DT(18,10,2)rec[-6]_rec[-59]_rec[-60]_rec[-62]_rec[-63];DT(18,10,3)rec[-6]_rec[-117];DT(18,12,2)rec[-5]_rec[-116];DT(20,10,2)rec[-4]_rec[-115];DT(20,12,2)rec[-3]_rec[-114];DT(21,13,2)rec[-3]_rec[-55]_rec[-56]_rec[-58]_rec[-59];DT(20,14,2)rec[-2]_rec[-113];DT(22,10,2)rec[-1]_rec[-56]_rec[-57];DT(22,10,3)rec[-1]_rec[-112];OI(0)rec[-56]_rec[-59]_rec[-62]_rec[-65]_rec[-72]_rec[-83]_rec[-94]_rec[-101]_rec[-104]_rec[-107]_rec[-110];OI(1)rec[-56]_rec[-59]_rec[-62]_rec[-65]_rec[-72]_rec[-84]_rec[-85]_rec[-86]_rec[-87]_rec[-88];OI(2)rec[-56]_rec[-59]_rec[-62]_rec[-65]_rec[-72]_rec[-78]_rec[-79]_rec[-80]_rec[-81]_rec[-82]_rec[-83]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https://</a:t>
            </a:r>
            <a:r>
              <a:rPr lang="en-US" dirty="0" err="1"/>
              <a:t>algassert.com</a:t>
            </a:r>
            <a:r>
              <a:rPr lang="en-US" dirty="0"/>
              <a:t>/</a:t>
            </a:r>
            <a:r>
              <a:rPr lang="en-US" dirty="0" err="1"/>
              <a:t>crumble#circuit</a:t>
            </a:r>
            <a:r>
              <a:rPr lang="en-US" dirty="0"/>
              <a:t>=Q(0,12)0;Q(1,9)1;Q(1,11)2;Q(1,13)3;Q(2,8)4;Q(2,10)5;Q(2,12)6;Q(3,9)7;Q(3,11)8;Q(3,13)9;Q(4,10)10;Q(4,12)11;Q(4,14)12;Q(5,9)13;Q(5,11)14;Q(5,13)15;Q(6,8)16;Q(6,10)17;Q(6,12)18;Q(7,9)19;Q(7,11)20;Q(7,13)21;Q(8,2)22;Q(8,6)23;Q(8,10)24;Q(8,12)25;Q(8,14)26;Q(8,18)27;Q(9,1)28;Q(9,3)29;Q(9,5)30;Q(9,7)31;Q(9,9)32;Q(9,11)33;Q(9,13)34;Q(9,15)35;Q(9,17)36;Q(9,19)37;Q(9,21)38;Q(10,2)39;Q(10,4)40;Q(10,6)41;Q(10,8)42;Q(10,10)43;Q(10,12)44;Q(10,14)45;Q(10,16)46;Q(10,18)47;Q(10,20)48;Q(10,22)49;Q(11,1)50;Q(11,3)51;Q(11,5)52;Q(11,7)53;Q(11,9)54;Q(11,11)55;Q(11,13)56;Q(11,15)57;Q(11,17)58;Q(11,19)59;Q(11,21)60;Q(12,0)61;Q(12,2)62;Q(12,4)63;Q(12,6)64;Q(12,8)65;Q(12,10)66;Q(12,12)67;Q(12,14)68;Q(12,16)69;Q(12,18)70;Q(12,20)71;Q(13,1)72;Q(13,3)73;Q(13,5)74;Q(13,7)75;Q(13,9)76;Q(13,11)77;Q(13,13)78;Q(13,15)79;Q(13,17)80;Q(13,19)81;Q(13,21)82;Q(14,4)83;Q(14,8)84;Q(14,10)85;Q(14,12)86;Q(14,16)87;Q(14,20)88;Q(15,9)89;Q(15,11)90;Q(15,13)91;Q(16,10)92;Q(16,12)93;Q(16,14)94;Q(17,9)95;Q(17,11)96;Q(17,13)97;Q(18,8)98;Q(18,10)99;Q(18,12)100;Q(19,9)101;Q(19,11)102;Q(19,13)103;Q(20,10)104;Q(20,12)105;Q(20,14)106;Q(21,9)107;Q(21,11)108;Q(21,13)109;Q(22,10)110;R_1_2_3_7_8_9_13_14_15_19_20_21_28_29_30_31_32_33_34_35_36_37_38_50_51_52_53_54_55_56_57_58_59_60_72_73_74_75_76_77_78_79_80_81_82_89_90_91_95_96_97_101_102_103_107_108_109;RX_0_4_5_6_10_11_12_16_17_18_22_23_24_25_26_27_39_40_41_42_43_44_45_46_47_48_49_61_62_63_64_65_66_67_68_69_70_71_83_84_85_86_87_88_92_93_94_98_99_100_104_105_106_110;TICK;CX_6_2_10_7_12_9_18_14_24_19_26_21_40_29_42_31_44_33_46_35_48_37_62_50_64_52_66_54_68_56_70_58_83_73_84_75_86_77_87_79_88_81_92_89_94_91_100_96_104_101_106_103;TICK;CX_4_7_6_9_10_14_16_19_18_21_22_29_23_31_24_33_26_35_27_37_40_52_42_54_44_56_46_58_48_60_62_73_64_75_66_77_68_79_70_81_84_89_86_91_92_96_98_101_100_103_104_108;TICK;CX_4_1_6_3_10_8_16_13_18_15_24_20_40_30_42_32_44_34_46_36_48_38_62_51_64_53_66_55_68_57_70_59_83_74_84_76_86_78_87_80_88_82_92_90_98_95_100_97_104_102;CZ_5_2_11_9_17_14_25_21_39_29_41_31_43_33_45_35_47_37_61_50_63_52_65_54_67_56_69_58_71_60_85_77_93_91_99_96_105_103_110_108;TICK;CX_6_8_10_13_12_15_18_20_22_28_23_30_24_32_26_34_27_36_40_51_42_53_44_55_46_57_48_59_62_72_64_74_66_76_68_78_70_80_86_90_92_95_94_97_100_102_104_107_106_109;CZ_0_2_5_7_11_14_17_19_25_33_39_50_41_52_43_54_45_56_47_58_49_60_63_73_65_75_67_77_69_79_71_81_85_89_93_96_99_101_105_108;TICK;CZ_0_3_5_8_11_15_17_20_25_34_39_51_41_53_43_55_45_57_47_59_61_72_63_74_65_76_67_78_69_80_71_82_85_90_93_97_99_102_105_109;TICK;CZ_5_1_11_8_17_13_25_20_39_28_41_30_43_32_45_34_47_36_49_38_63_51_65_53_67_55_69_57_71_59_85_76_93_90_99_95_105_102_110_107;TICK;MX_0_4_5_6_10_11_12_16_17_18_22_23_24_25_26_27_39_40_41_42_43_44_45_46_47_48_49_61_62_63_64_65_66_67_68_69_70_71_83_84_85_86_87_88_92_93_94_98_99_100_104_105_106_110;DT(0,12,0)rec[-54];DT(2,10,0)rec[-52];DT(4,12,0)rec[-49];DT(6,10,0)rec[-46];DT(8,12,0)rec[-41];DT(10,2,0)rec[-38];DT(10,6,0)rec[-36];DT(10,10,0)rec[-34];DT(10,14,0)rec[-32];DT(10,18,0)rec[-30];DT(10,22,0)rec[-28];DT(12,0,0)rec[-27];DT(12,4,0)rec[-25];DT(12,8,0)rec[-23];DT(12,12,0)rec[-21];DT(12,16,0)rec[-19];DT(12,20,0)rec[-17];DT(14,10,0)rec[-14];DT(16,12,0)rec[-9];DT(18,10,0)rec[-6];DT(20,12,0)rec[-3];DT(22,10,0)rec[-1];TICK;RX_0_4_5_6_10_11_12_16_17_18_22_23_24_25_26_27_39_40_41_42_43_44_45_46_47_48_49_61_62_63_64_65_66_67_68_69_70_71_83_84_85_86_87_88_92_93_94_98_99_100_104_105_106_110;TICK;CX_6_2_10_7_12_9_18_14_24_19_26_21_40_29_42_31_44_33_46_35_48_37_62_50_64_52_66_54_68_56_70_58_83_73_84_75_86_77_87_79_88_81_92_89_94_91_100_96_104_101_106_103;TICK;CX_4_7_6_9_10_14_16_19_18_21_22_29_23_31_24_33_26_35_27_37_40_52_42_54_44_56_46_58_48_60_62_73_64_75_66_77_68_79_70_81_84_89_86_91_92_96_98_101_100_103_104_108;TICK;CX_4_1_6_3_10_8_16_13_18_15_24_20_40_30_42_32_44_34_46_36_48_38_62_51_64_53_66_55_68_57_70_59_83_74_84_76_86_78_87_80_88_82_92_90_98_95_100_97_104_102;CZ_5_2_11_9_17_14_25_21_39_29_41_31_43_33_45_35_47_37_61_50_63_52_65_54_67_56_69_58_71_60_85_77_93_91_99_96_105_103_110_108;TICK;CX_6_8_10_13_12_15_18_20_22_28_23_30_24_32_26_34_27_36_40_51_42_53_44_55_46_57_48_59_62_72_64_74_66_76_68_78_70_80_86_90_92_95_94_97_100_102_104_107_106_109;CZ_0_2_5_7_11_14_17_19_25_33_39_50_41_52_43_54_45_56_47_58_49_60_63_73_65_75_67_77_69_79_71_81_85_89_93_96_99_101_105_108;TICK;CZ_0_3_5_8_11_15_17_20_25_34_39_51_41_53_43_55_45_57_47_59_61_72_63_74_65_76_67_78_69_80_71_82_85_90_93_97_99_102_105_109;TICK;CZ_5_1_11_8_17_13_25_20_39_28_41_30_43_32_45_34_47_36_49_38_63_51_65_53_67_55_69_57_71_59_85_76_93_90_99_95_105_102_110_107;TICK;MX_0_4_5_6_10_11_12_16_17_18_22_23_24_25_26_27_39_40_41_42_43_44_45_46_47_48_49_61_62_63_64_65_66_67_68_69_70_71_83_84_85_86_87_88_92_93_94_98_99_100_104_105_106_110;DT(0,12,1)rec[-54]_rec[-108];DT(2,8,1)rec[-53]_rec[-107];DT(2,10,1)rec[-52]_rec[-106];DT(2,12,1)rec[-51]_rec[-105];DT(4,10,1)rec[-50]_rec[-104];DT(4,12,1)rec[-49]_rec[-103];DT(4,14,1)rec[-48]_rec[-102];DT(6,8,1)rec[-47]_rec[-101];DT(6,10,1)rec[-46]_rec[-100];DT(6,12,1)rec[-45]_rec[-99];DT(8,2,1)rec[-44]_rec[-98];DT(8,6,1)rec[-43]_rec[-97];DT(8,10,1)rec[-42]_rec[-96];DT(8,12,1)rec[-41]_rec[-95];DT(8,14,1)rec[-40]_rec[-94];DT(8,18,1)rec[-39]_rec[-93];DT(10,2,1)rec[-38]_rec[-92];DT(10,4,1)rec[-37]_rec[-91];DT(10,6,1)rec[-36]_rec[-90];DT(10,8,1)rec[-35]_rec[-89];DT(10,10,1)rec[-34]_rec[-88];DT(10,12,1)rec[-33]_rec[-87];DT(10,14,1)rec[-32]_rec[-86];DT(10,16,1)rec[-31]_rec[-85];DT(10,18,1)rec[-30]_rec[-84];DT(10,20,1)rec[-29]_rec[-83];DT(10,22,1)rec[-28]_rec[-82];DT(12,0,1)rec[-27]_rec[-81];DT(12,2,1)rec[-26]_rec[-80];DT(12,4,1)rec[-25]_rec[-79];DT(12,6,1)rec[-24]_rec[-78];DT(12,8,1)rec[-23]_rec[-77];DT(12,10,1)rec[-22]_rec[-76];DT(12,12,1)rec[-21]_rec[-75];DT(12,14,1)rec[-20]_rec[-74];DT(12,16,1)rec[-19]_rec[-73];DT(12,18,1)rec[-18]_rec[-72];DT(12,20,1)rec[-17]_rec[-71];DT(14,4,1)rec[-16]_rec[-70];DT(14,8,1)rec[-15]_rec[-69];DT(14,10,1)rec[-14]_rec[-68];DT(14,12,1)rec[-13]_rec[-67];DT(14,16,1)rec[-12]_rec[-66];DT(14,20,1)rec[-11]_rec[-65];DT(16,10,1)rec[-10]_rec[-64];DT(16,12,1)rec[-9]_rec[-63];DT(16,14,1)rec[-8]_rec[-62];DT(18,8,1)rec[-7]_rec[-61];DT(18,10,1)rec[-6]_rec[-60];DT(18,12,1)rec[-5]_rec[-59];DT(20,10,1)rec[-4]_rec[-58];DT(20,12,1)rec[-3]_rec[-57];DT(20,14,1)rec[-2]_rec[-56];DT(22,10,1)rec[-1]_rec[-55];TICK;RX_0_4_5_6_10_11_12_16_17_18_22_23_24_25_26_27_39_40_41_42_43_44_45_46_47_48_49_61_62_63_64_65_66_67_68_69_70_71_83_84_85_86_87_88_92_93_94_98_99_100_104_105_106_110;TICK;CX_6_2_10_7_12_9_18_14_24_19_26_21_40_29_42_31_44_33_46_35_48_37_62_50_64_52_66_54_68_56_70_58_83_73_84_75_86_77_87_79_88_81_92_89_94_91_100_96_104_101_106_103;TICK;CX_4_7_6_9_10_14_16_19_18_21_22_29_23_31_24_33_26_35_27_37_40_52_42_54_44_56_46_58_48_60_62_73_64_75_66_77_68_79_70_81_84_89_86_91_92_96_98_101_100_103_104_108;TICK;CX_4_1_6_3_10_8_16_13_18_15_24_20_40_30_42_32_44_34_46_36_48_38_62_51_64_53_66_55_68_57_70_59_83_74_84_76_86_78_87_80_88_82_92_90_98_95_100_97_104_102;CZ_5_2_11_9_17_14_25_21_39_29_41_31_43_33_45_35_47_37_61_50_63_52_65_54_67_56_69_58_71_60_85_77_93_91_99_96_105_103_110_108;TICK;CX_6_8_10_13_12_15_18_20_22_28_23_30_24_32_26_34_27_36_40_51_42_53_44_55_46_57_48_59_62_72_64_74_66_76_68_78_70_80_86_90_92_95_94_97_100_102_104_107_106_109;CZ_0_2_5_7_11_14_17_19_25_33_39_50_41_52_43_54_45_56_47_58_49_60_63_73_65_75_67_77_69_79_71_81_85_89_93_96_99_101_105_108;TICK;CZ_0_3_5_8_11_15_17_20_25_34_39_51_41_53_43_55_45_57_47_59_61_72_63_74_65_76_67_78_69_80_71_82_85_90_93_97_99_102_105_109;TICK;CZ_5_1_11_8_17_13_25_20_39_28_41_30_43_32_45_34_47_36_49_38_63_51_65_53_67_55_69_57_71_59_85_76_93_90_99_95_105_102_110_107;TICK;M_1_2_3_7_8_9_13_14_15_19_20_21_28_29_30_31_32_33_34_35_36_37_38_50_51_52_53_54_55_56_57_58_59_60_72_73_74_75_76_77_78_79_80_81_82_89_90_91_95_96_97_101_102_103_107_108_109;MX_0_4_5_6_10_11_12_16_17_18_22_23_24_25_26_27_39_40_41_42_43_44_45_46_47_48_49_61_62_63_64_65_66_67_68_69_70_71_83_84_85_86_87_88_92_93_94_98_99_100_104_105_106_110;DT(0,12,2)rec[-54]_rec[-109]_rec[-110];DT(0,12,3)rec[-54]_rec[-165];DT(2,8,2)rec[-53]_rec[-164];DT(2,10,2)rec[-52]_rec[-107]_rec[-108]_rec[-110]_rec[-111];DT(2,10,3)rec[-52]_rec[-163];DT(2,12,2)rec[-51]_rec[-162];DT(4,10,2)rec[-50]_rec[-161];DT(4,12,2)rec[-49]_rec[-103]_rec[-104]_rec[-106]_rec[-107];DT(4,12,3)rec[-49]_rec[-160];DT(4,14,2)rec[-48]_rec[-159];DT(6,8,2)rec[-47]_rec[-158];DT(6,10,2)rec[-46]_rec[-101]_rec[-102]_rec[-104]_rec[-105];DT(6,10,3)rec[-46]_rec[-157];DT(6,12,2)rec[-45]_rec[-156];DT(8,2,2)rec[-44]_rec[-155];DT(8,6,2)rec[-43]_rec[-154];DT(8,10,2)rec[-42]_rec[-153];DT(8,12,2)rec[-41]_rec[-93]_rec[-94]_rec[-100]_rec[-101];DT(8,12,3)rec[-41]_rec[-152];DT(8,14,2)rec[-40]_rec[-151];DT(8,18,2)rec[-39]_rec[-150];DT(10,2,2)rec[-38]_rec[-87]_rec[-88]_rec[-98]_rec[-99];DT(10,2,3)rec[-38]_rec[-149];DT(10,4,2)rec[-37]_rec[-148];DT(10,6,2)rec[-36]_rec[-147];DT(11,7,2)rec[-36]_rec[-85]_rec[-86]_rec[-96]_rec[-97];DT(10,8,2)rec[-35]_rec[-146];DT(10,10,2)rec[-34]_rec[-83]_rec[-84]_rec[-94]_rec[-95];DT(10,10,3)rec[-34]_rec[-145];DT(10,12,2)rec[-33]_rec[-144];DT(10,14,2)rec[-32]_rec[-81]_rec[-82]_rec[-92]_rec[-93];DT(10,14,3)rec[-32]_rec[-143];DT(10,16,2)rec[-31]_rec[-142];DT(10,18,2)rec[-30]_rec[-79]_rec[-80]_rec[-90]_rec[-91];DT(10,18,3)rec[-30]_rec[-141];DT(10,20,2)rec[-29]_rec[-140];DT(10,22,2)rec[-28]_rec[-78]_rec[-89];DT(10,22,3)rec[-28]_rec[-139];DT(12,0,2)rec[-27]_rec[-77]_rec[-88];DT(12,0,3)rec[-27]_rec[-138];DT(12,2,2)rec[-26]_rec[-137];DT(12,4,2)rec[-25]_rec[-75]_rec[-76]_rec[-86]_rec[-87];DT(12,4,3)rec[-25]_rec[-136];DT(12,6,2)rec[-24]_rec[-135];DT(12,8,2)rec[-23]_rec[-73]_rec[-74]_rec[-84]_rec[-85];DT(12,8,3)rec[-23]_rec[-134];DT(12,10,2)rec[-22]_rec[-133];DT(12,12,2)rec[-21]_rec[-132];DT(13,13,2)rec[-21]_rec[-71]_rec[-72]_rec[-82]_rec[-83];DT(12,14,2)rec[-20]_rec[-131];DT(12,16,2)rec[-19]_rec[-130];DT(13,17,2)rec[-19]_rec[-69]_rec[-70]_rec[-80]_rec[-81];DT(12,18,2)rec[-18]_rec[-129];DT(12,20,2)rec[-17]_rec[-67]_rec[-68]_rec[-78]_rec[-79];DT(12,20,3)rec[-17]_rec[-128];DT(14,4,2)rec[-16]_rec[-127];DT(14,8,2)rec[-15]_rec[-126];DT(14,10,2)rec[-14]_rec[-65]_rec[-66]_rec[-72]_rec[-73];DT(14,10,3)rec[-14]_rec[-125];DT(14,12,2)rec[-13]_rec[-124];DT(14,16,2)rec[-12]_rec[-123];DT(14,20,2)rec[-11]_rec[-122];DT(16,10,2)rec[-10]_rec[-121];DT(16,12,2)rec[-9]_rec[-120];DT(17,13,2)rec[-9]_rec[-61]_rec[-62]_rec[-64]_rec[-65];DT(16,14,2)rec[-8]_rec[-119];DT(18,8,2)rec[-7]_rec[-118];DT(18,10,2)rec[-6]_rec[-59]_rec[-60]_rec[-62]_rec[-63];DT(18,10,3)rec[-6]_rec[-117];DT(18,12,2)rec[-5]_rec[-116];DT(20,10,2)rec[-4]_rec[-115];DT(20,12,2)rec[-3]_rec[-114];DT(21,13,2)rec[-3]_rec[-55]_rec[-56]_rec[-58]_rec[-59];DT(20,14,2)rec[-2]_rec[-113];DT(22,10,2)rec[-1]_rec[-56]_rec[-57];DT(22,10,3)rec[-1]_rec[-112];OI(0)rec[-56]_rec[-59]_rec[-62]_rec[-65]_rec[-72]_rec[-83]_rec[-94]_rec[-101]_rec[-104]_rec[-107]_rec[-110];OI(1)rec[-56]_rec[-59]_rec[-62]_rec[-65]_rec[-72]_rec[-84]_rec[-85]_rec[-86]_rec[-87]_rec[-88];OI(2)rec[-56]_rec[-59]_rec[-62]_rec[-65]_rec[-72]_rec[-78]_rec[-79]_rec[-80]_rec[-81]_rec[-82]_rec[-83]</a:t>
            </a:r>
            <a:endParaRPr lang="en-IL" dirty="0"/>
          </a:p>
          <a:p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615906-8FEA-3045-9172-729FFF3A66A6}" type="slidenum">
              <a:rPr lang="en-IL" smtClean="0"/>
              <a:t>5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4287453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algassert.com</a:t>
            </a:r>
            <a:r>
              <a:rPr lang="en-US" dirty="0"/>
              <a:t>/</a:t>
            </a:r>
            <a:r>
              <a:rPr lang="en-US" dirty="0" err="1"/>
              <a:t>crumble#circuit</a:t>
            </a:r>
            <a:r>
              <a:rPr lang="en-US" dirty="0"/>
              <a:t>=Q(0,4)0;Q(0,8)1;Q(1,1)2;Q(1,3)3;Q(1,5)4;Q(1,7)5;Q(1,9)6;Q(2,0)7;Q(2,2)8;Q(2,4)9;Q(2,6)10;Q(2,8)11;Q(3,1)12;Q(3,3)13;Q(3,5)14;Q(3,7)15;Q(3,9)16;Q(4,2)17;Q(4,4)18;Q(4,6)19;Q(4,8)20;Q(4,10)21;Q(5,1)22;Q(5,3)23;Q(5,5)24;Q(5,7)25;Q(5,9)26;Q(6,0)27;Q(6,2)28;Q(6,4)29;Q(6,6)30;Q(6,8)31;Q(7,1)32;Q(7,3)33;Q(7,5)34;Q(7,7)35;Q(7,9)36;Q(8,2)37;Q(8,4)38;Q(8,6)39;Q(8,8)40;Q(8,10)41;Q(9,1)42;Q(9,3)43;Q(9,5)44;Q(9,7)45;Q(9,9)46;Q(10,0)47;Q(10,2)48;Q(10,4)49;Q(10,6)50;Q(10,8)51;Q(11,1)52;Q(11,3)53;Q(11,5)54;Q(11,7)55;Q(11,9)56;Q(12,0)57;Q(12,2)58;Q(12,4)59;Q(12,6)60;Q(12,8)61;Q(13,1)62;Q(13,3)63;Q(13,5)64;Q(13,7)65;Q(13,9)66;Q(14,2)67;Q(14,4)68;Q(14,6)69;Q(14,8)70;Q(14,10)71;Q(15,1)72;Q(15,3)73;Q(15,5)74;Q(15,7)75;Q(15,9)76;Q(16,0)77;Q(16,2)78;Q(16,4)79;Q(16,6)80;Q(16,8)81;Q(17,1)82;Q(17,3)83;Q(17,5)84;Q(17,7)85;Q(17,9)86;Q(18,2)87;Q(18,4)88;Q(18,6)89;Q(18,8)90;Q(18,10)91;Q(19,1)92;Q(19,3)93;Q(19,5)94;Q(19,7)95;Q(19,9)96;Q(20,0)97;Q(20,2)98;Q(20,4)99;Q(20,6)100;Q(20,8)101;Q(21,1)102;Q(21,3)103;Q(21,5)104;Q(21,7)105;Q(21,9)106;Q(22,4)107;Q(22,8)108;R_2_3_4_5_6_12_13_14_15_16_22_23_24_25_26_32_33_34_35_36_42_43_44_45_46_52_53_54_55_56_57_58_59_60_61;RX_0_1_7_8_9_10_11_17_18_19_20_21_27_28_29_30_31_37_38_39_40_41_47_48_49_50_51_62_63_64_65_66_67_68_69_70_71_72_73_74_75_76_77_78_79_80_81_82_83_84_85_86_87_88_89_90_91_92_93_94_95_96_97_98_99_100_101_102_103_104_105_106_107_108;TICK;CX_47_52_48_53_49_54_50_55_51_56;TICK;CX_9_3_11_5_17_12_19_14_21_16_29_23_31_25_37_32_39_34_41_36_49_43_51_45_52_57_53_58_54_59_55_60_56_61;CZ_67_62_69_64_71_66_79_73_81_75_87_82_89_84_91_86_99_93_101_95;TICK;CX_7_12_9_14_11_16_17_23_19_25_27_32_29_34_31_36_37_43_39_45;CZ_57_62_59_64_61_66_67_73_69_75_77_82_79_84_81_86_87_93_89_95_97_102_99_104_101_106;TICK;CX_7_2_9_4_11_6_17_13_19_15_27_22_29_24_31_26_37_33_39_35_47_42_49_44_51_46_68_64_70_66_78_73_80_75_88_84_90_86_98_93_100_95_107_104_108_106;CZ_8_3_10_5_18_14_20_16_28_23_30_25_38_34_40_36_48_43_50_45_67_63_69_65_77_72_79_74_81_76_87_83_89_85_97_92_99_94_101_96;TICK;CX_9_13_11_15_17_22_19_24_21_26_29_33_31_35_37_42_39_44_41_46_58_62_60_64_68_73_70_75_78_82_80_84_88_93_90_95_98_102_100_104;CZ_0_3_1_5_8_12_10_14_18_23_20_25_28_32_30_34_38_43_40_45_59_63_61_65_67_72_69_74_71_76_79_83_81_85_87_92_89_94_91_96_99_103_101_105;TICK;CX_58_63_60_65_68_74_70_76_78_83_80_85_88_94_90_96_98_103_100_105;CZ_0_4_1_6_8_13_10_15_18_24_20_26_28_33_30_35_38_44_40_46;TICK;CX_68_63_70_65_78_72_80_74_88_83_90_85_98_92_100_94_107_103_108_105;CZ_8_2_10_4_18_13_20_15_28_22_30_24_38_33_40_35_48_42_50_44;TICK;CX_52_47_53_48_54_49_55_50_56_51;TICK;CX_57_52_58_53_59_54_60_55_61_56;M_47_48_49_50_51;MX_0_1_7_8_9_10_11_17_18_19_20_21_27_28_29_30_31_37_38_39_40_41_67_68_69_70_71_77_78_79_80_81_87_88_89_90_91_97_98_99_100_101_107_108;DT(10,0,0)rec[-49];DT(10,2,0)rec[-48];DT(10,4,0)rec[-47];DT(10,6,0)rec[-46];DT(10,8,0)rec[-45];DT(0,4,0)rec[-44];DT(0,8,0)rec[-43];DT(2,2,0)rec[-41];DT(2,6,0)rec[-39];DT(4,4,0)rec[-36];DT(4,8,0)rec[-34];DT(6,2,0)rec[-31];DT(6,6,0)rec[-29];DT(8,4,0)rec[-26];DT(8,8,0)rec[-24];DT(14,4,0)rec[-21];DT(14,8,0)rec[-19];DT(16,2,0)rec[-16];DT(16,6,0)rec[-14];DT(18,4,0)rec[-11];DT(18,8,0)rec[-9];DT(20,2,0)rec[-6];DT(20,6,0)rec[-4];DT(22,4,0)rec[-2];DT(22,8,0)rec[-1];TICK;M_52_53_54_55_56;MX_57_58_59_60_61;DT(11,1,1)rec[-10];DT(11,3,1)rec[-9];DT(11,5,1)rec[-8];DT(11,7,1)rec[-7];DT(11,9,1)rec[-6];DT(12,2,1)rec[-4];DT(12,6,1)rec[-2];TICK;R_52_53_54_55_56_57_58_59_60_61;RX_0_1_7_8_9_10_11_17_18_19_20_21_27_28_29_30_31_37_38_39_40_41_47_48_49_50_51_67_68_69_70_71_77_78_79_80_81_87_88_89_90_91_97_98_99_100_101_107_108;TICK;CX_47_52_48_53_49_54_50_55_51_56;TICK;CX_9_3_11_5_17_12_19_14_21_16_29_23_31_25_37_32_39_34_41_36_49_43_51_45_52_57_53_58_54_59_55_60_56_61;CZ_67_62_69_64_71_66_79_73_81_75_87_82_89_84_91_86_99_93_101_95;TICK;CX_7_12_9_14_11_16_17_23_19_25_27_32_29_34_31_36_37_43_39_45;CZ_57_62_59_64_61_66_67_73_69_75_77_82_79_84_81_86_87_93_89_95_97_102_99_104_101_106;TICK;CX_7_2_9_4_11_6_17_13_19_15_27_22_29_24_31_26_37_33_39_35_47_42_49_44_51_46_68_64_70_66_78_73_80_75_88_84_90_86_98_93_100_95_107_104_108_106;CZ_8_3_10_5_18_14_20_16_28_23_30_25_38_34_40_36_48_43_50_45_67_63_69_65_77_72_79_74_81_76_87_83_89_85_97_92_99_94_101_96;TICK;CX_9_13_11_15_17_22_19_24_21_26_29_33_31_35_37_42_39_44_41_46_58_62_60_64_68_73_70_75_78_82_80_84_88_93_90_95_98_102_100_104;CZ_0_3_1_5_8_12_10_14_18_23_20_25_28_32_30_34_38_43_40_45_59_63_61_65_67_72_69_74_71_76_79_83_81_85_87_92_89_94_91_96_99_103_101_105;TICK;CX_58_63_60_65_68_74_70_76_78_83_80_85_88_94_90_96_98_103_100_105;CZ_0_4_1_6_8_13_10_15_18_24_20_26_28_33_30_35_38_44_40_46;TICK;CX_68_63_70_65_78_72_80_74_88_83_90_85_98_92_100_94_107_103_108_105;CZ_8_2_10_4_18_13_20_15_28_22_30_24_38_33_40_35_48_42_50_44;TICK;CX_52_47_53_48_54_49_55_50_56_51;TICK;CX_57_52_58_53_59_54_60_55_61_56;M_47_48_49_50_51;MX_0_1_7_8_9_10_11_17_18_19_20_21_27_28_29_30_31_37_38_39_40_41_67_68_69_70_71_77_78_79_80_81_87_88_89_90_91_97_98_99_100_101_107_108;DT(10,0,2)rec[-49];DT(10,2,2)rec[-48];DT(10,4,2)rec[-47];DT(10,6,2)rec[-46];DT(10,8,2)rec[-45];DT(0,4,2)rec[-44]_rec[-103];DT(0,8,2)rec[-43]_rec[-102];DT(2,0,2)rec[-42]_rec[-101];DT(2,2,2)rec[-41]_rec[-100];DT(2,4,2)rec[-40]_rec[-99];DT(2,6,2)rec[-39]_rec[-98];DT(2,8,2)rec[-38]_rec[-97];DT(4,2,2)rec[-37]_rec[-96];DT(4,4,2)rec[-36]_rec[-95];DT(4,6,2)rec[-35]_rec[-94];DT(4,8,2)rec[-34]_rec[-93];DT(4,10,2)rec[-33]_rec[-92];DT(6,0,2)rec[-32]_rec[-91];DT(6,2,2)rec[-31]_rec[-90];DT(6,4,2)rec[-30]_rec[-89];DT(6,6,2)rec[-29]_rec[-88];DT(6,8,2)rec[-28]_rec[-87];DT(8,2,2)rec[-27]_rec[-86];DT(8,4,2)rec[-26]_rec[-85];DT(8,6,2)rec[-25]_rec[-84];DT(8,8,2)rec[-24]_rec[-83];DT(8,10,2)rec[-23]_rec[-82];DT(14,2,2)rec[-22]_rec[-81];DT(14,4,2)rec[-21]_rec[-80];DT(14,6,2)rec[-20]_rec[-79];DT(14,8,2)rec[-19]_rec[-78];DT(14,10,2)rec[-18]_rec[-77];DT(16,0,2)rec[-17]_rec[-76];DT(16,2,2)rec[-16]_rec[-75];DT(16,4,2)rec[-15]_rec[-74];DT(16,6,2)rec[-14]_rec[-73];DT(16,8,2)rec[-13]_rec[-72];DT(18,2,2)rec[-12]_rec[-71];DT(18,4,2)rec[-11]_rec[-70];DT(18,6,2)rec[-10]_rec[-69];DT(18,8,2)rec[-9]_rec[-68];DT(18,10,2)rec[-8]_rec[-67];DT(20,0,2)rec[-7]_rec[-66];DT(20,2,2)rec[-6]_rec[-65];DT(20,4,2)rec[-5]_rec[-64];DT(20,6,2)rec[-4]_rec[-63];DT(20,8,2)rec[-3]_rec[-62];DT(22,4,2)rec[-2]_rec[-61];DT(22,8,2)rec[-1]_rec[-60];TICK;M_52_53_54_55_56;MX_57_58_59_60_61;DT(11,1,3)rec[-10];DT(11,3,3)rec[-9];DT(11,5,3)rec[-8];DT(11,7,3)rec[-7];DT(11,9,3)rec[-6];DT(12,0,3)rec[-5]_rec[-64];DT(12,2,3)rec[-4]_rec[-63];DT(12,4,3)rec[-3]_rec[-62];DT(12,6,3)rec[-2]_rec[-61];DT(12,8,3)rec[-1]_rec[-60];TICK;R_52_53_54_55_56_57_58_59_60_61;RX_0_1_7_8_9_10_11_17_18_19_20_21_27_28_29_30_31_37_38_39_40_41_47_48_49_50_51_67_68_69_70_71_77_78_79_80_81_87_88_89_90_91_97_98_99_100_101_107_108;TICK;CX_47_52_48_53_49_54_50_55_51_56;TICK;CX_9_3_11_5_17_12_19_14_21_16_29_23_31_25_37_32_39_34_41_36_49_43_51_45_52_57_53_58_54_59_55_60_56_61;CZ_67_62_69_64_71_66_79_73_81_75_87_82_89_84_91_86_99_93_101_95;TICK;CX_7_12_9_14_11_16_17_23_19_25_27_32_29_34_31_36_37_43_39_45;CZ_57_62_59_64_61_66_67_73_69_75_77_82_79_84_81_86_87_93_89_95_97_102_99_104_101_106;TICK;CX_7_2_9_4_11_6_17_13_19_15_27_22_29_24_31_26_37_33_39_35_47_42_49_44_51_46_68_64_70_66_78_73_80_75_88_84_90_86_98_93_100_95_107_104_108_106;CZ_8_3_10_5_18_14_20_16_28_23_30_25_38_34_40_36_48_43_50_45_67_63_69_65_77_72_79_74_81_76_87_83_89_85_97_92_99_94_101_96;TICK;CX_9_13_11_15_17_22_19_24_21_26_29_33_31_35_37_42_39_44_41_46_58_62_60_64_68_73_70_75_78_82_80_84_88_93_90_95_98_102_100_104;CZ_0_3_1_5_8_12_10_14_18_23_20_25_28_32_30_34_38_43_40_45_59_63_61_65_67_72_69_74_71_76_79_83_81_85_87_92_89_94_91_96_99_103_101_105;TICK;CX_58_63_60_65_68_74_70_76_78_83_80_85_88_94_90_96_98_103_100_105;CZ_0_4_1_6_8_13_10_15_18_24_20_26_28_33_30_35_38_44_40_46;TICK;CX_68_63_70_65_78_72_80_74_88_83_90_85_98_92_100_94_107_103_108_105;CZ_8_2_10_4_18_13_20_15_28_22_30_24_38_33_40_35_48_42_50_44;TICK;CX_52_47_53_48_54_49_55_50_56_51;TICK;CX_57_52_58_53_59_54_60_55_61_56;M_47_48_49_50_51;MX_0_1_7_8_9_10_11_17_18_19_20_21_27_28_29_30_31_37_38_39_40_41_67_68_69_70_71_77_78_79_80_81_87_88_89_90_91_97_98_99_100_101_107_108;DT(10,0,4)rec[-49];DT(10,2,4)rec[-48];DT(10,4,4)rec[-47];DT(10,6,4)rec[-46];DT(10,8,4)rec[-45];DT(0,4,4)rec[-44]_rec[-103];DT(0,8,4)rec[-43]_rec[-102];DT(2,0,4)rec[-42]_rec[-101];DT(2,2,4)rec[-41]_rec[-100];DT(2,4,4)rec[-40]_rec[-99];DT(2,6,4)rec[-39]_rec[-98];DT(2,8,4)rec[-38]_rec[-97];DT(4,2,4)rec[-37]_rec[-96];DT(4,4,4)rec[-36]_rec[-95];DT(4,6,4)rec[-35]_rec[-94];DT(4,8,4)rec[-34]_rec[-93];DT(4,10,4)rec[-33]_rec[-92];DT(6,0,4)rec[-32]_rec[-91];DT(6,2,4)rec[-31]_rec[-90];DT(6,4,4)rec[-30]_rec[-89];DT(6,6,4)rec[-29]_rec[-88];DT(6,8,4)rec[-28]_rec[-87];DT(8,2,4)rec[-27]_rec[-86];DT(8,4,4)rec[-26]_rec[-85];DT(8,6,4)rec[-25]_rec[-84];DT(8,8,4)rec[-24]_rec[-83];DT(8,10,4)rec[-23]_rec[-82];DT(14,2,4)rec[-22]_rec[-81];DT(14,4,4)rec[-21]_rec[-80];DT(14,6,4)rec[-20]_rec[-79];DT(14,8,4)rec[-19]_rec[-78];DT(14,10,4)rec[-18]_rec[-77];DT(16,0,4)rec[-17]_rec[-76];DT(16,2,4)rec[-16]_rec[-75];DT(16,4,4)rec[-15]_rec[-74];DT(16,6,4)rec[-14]_rec[-73];DT(16,8,4)rec[-13]_rec[-72];DT(18,2,4)rec[-12]_rec[-71];DT(18,4,4)rec[-11]_rec[-70];DT(18,6,4)rec[-10]_rec[-69];DT(18,8,4)rec[-9]_rec[-68];DT(18,10,4)rec[-8]_rec[-67];DT(20,0,4)rec[-7]_rec[-66];DT(20,2,4)rec[-6]_rec[-65];DT(20,4,4)rec[-5]_rec[-64];DT(20,6,4)rec[-4]_rec[-63];DT(20,8,4)rec[-3]_rec[-62];DT(22,4,4)rec[-2]_rec[-61];DT(22,8,4)rec[-1]_rec[-60];TICK;M_52_53_54_55_56;MX_57_58_59_60_61;DT(11,1,5)rec[-10];DT(11,3,5)rec[-9];DT(11,5,5)rec[-8];DT(11,7,5)rec[-7];DT(11,9,5)rec[-6];DT(12,0,5)rec[-5]_rec[-64];DT(12,2,5)rec[-4]_rec[-63];DT(12,4,5)rec[-3]_rec[-62];DT(12,6,5)rec[-2]_rec[-61];DT(12,8,5)rec[-1]_rec[-60];TICK;R_52_53_54_55_56_57_58_59_60_61;RX_0_1_7_8_9_10_11_17_18_19_20_21_27_28_29_30_31_37_38_39_40_41_47_48_49_50_51_67_68_69_70_71_77_78_79_80_81_87_88_89_90_91_97_98_99_100_101_107_108;TICK;CX_47_52_48_53_49_54_50_55_51_56;TICK;CX_9_3_11_5_17_12_19_14_21_16_29_23_31_25_37_32_39_34_41_36_49_43_51_45_52_57_53_58_54_59_55_60_56_61;CZ_67_62_69_64_71_66_79_73_81_75_87_82_89_84_91_86_99_93_101_95;TICK;CX_7_12_9_14_11_16_17_23_19_25_27_32_29_34_31_36_37_43_39_45;CZ_57_62_59_64_61_66_67_73_69_75_77_82_79_84_81_86_87_93_89_95_97_102_99_104_101_106;TICK;CX_7_2_9_4_11_6_17_13_19_15_27_22_29_24_31_26_37_33_39_35_47_42_49_44_51_46_68_64_70_66_78_73_80_75_88_84_90_86_98_93_100_95_107_104_108_106;CZ_8_3_10_5_18_14_20_16_28_23_30_25_38_34_40_36_48_43_50_45_67_63_69_65_77_72_79_74_81_76_87_83_89_85_97_92_99_94_101_96;TICK;CX_9_13_11_15_17_22_19_24_21_26_29_33_31_35_37_42_39_44_41_46_58_62_60_64_68_73_70_75_78_82_80_84_88_93_90_95_98_102_100_104;CZ_0_3_1_5_8_12_10_14_18_23_20_25_28_32_30_34_38_43_40_45_59_63_61_65_67_72_69_74_71_76_79_83_81_85_87_92_89_94_91_96_99_103_101_105;TICK;CX_58_63_60_65_68_74_70_76_78_83_80_85_88_94_90_96_98_103_100_105;CZ_0_4_1_6_8_13_10_15_18_24_20_26_28_33_30_35_38_44_40_46;TICK;CX_68_63_70_65_78_72_80_74_88_83_90_85_98_92_100_94_107_103_108_105;CZ_8_2_10_4_18_13_20_15_28_22_30_24_38_33_40_35_48_42_50_44;TICK;CX_52_47_53_48_54_49_55_50_56_51;TICK;CX_57_52_58_53_59_54_60_55_61_56;M_47_48_49_50_51;MX_0_1_7_8_9_10_11_17_18_19_20_21_27_28_29_30_31_37_38_39_40_41_67_68_69_70_71_77_78_79_80_81_87_88_89_90_91_97_98_99_100_101_107_108;DT(10,0,6)rec[-49];DT(10,2,6)rec[-48];DT(10,4,6)rec[-47];DT(10,6,6)rec[-46];DT(10,8,6)rec[-45];DT(0,4,6)rec[-44]_rec[-103];DT(0,8,6)rec[-43]_rec[-102];DT(2,0,6)rec[-42]_rec[-101];DT(2,2,6)rec[-41]_rec[-100];DT(2,4,6)rec[-40]_rec[-99];DT(2,6,6)rec[-39]_rec[-98];DT(2,8,6)rec[-38]_rec[-97];DT(4,2,6)rec[-37]_rec[-96];DT(4,4,6)rec[-36]_rec[-95];DT(4,6,6)rec[-35]_rec[-94];DT(4,8,6)rec[-34]_rec[-93];DT(4,10,6)rec[-33]_rec[-92];DT(6,0,6)rec[-32]_rec[-91];DT(6,2,6)rec[-31]_rec[-90];DT(6,4,6)rec[-30]_rec[-89];DT(6,6,6)rec[-29]_rec[-88];DT(6,8,6)rec[-28]_rec[-87];DT(8,2,6)rec[-27]_rec[-86];DT(8,4,6)rec[-26]_rec[-85];DT(8,6,6)rec[-25]_rec[-84];DT(8,8,6)rec[-24]_rec[-83];DT(8,10,6)rec[-23]_rec[-82];DT(14,2,6)rec[-22]_rec[-81];DT(14,4,6)rec[-21]_rec[-80];DT(14,6,6)rec[-20]_rec[-79];DT(14,8,6)rec[-19]_rec[-78];DT(14,10,6)rec[-18]_rec[-77];DT(16,0,6)rec[-17]_rec[-76];DT(16,2,6)rec[-16]_rec[-75];DT(16,4,6)rec[-15]_rec[-74];DT(16,6,6)rec[-14]_rec[-73];DT(16,8,6)rec[-13]_rec[-72];DT(18,2,6)rec[-12]_rec[-71];DT(18,4,6)rec[-11]_rec[-70];DT(18,6,6)rec[-10]_rec[-69];DT(18,8,6)rec[-9]_rec[-68];DT(18,10,6)rec[-8]_rec[-67];DT(20,0,6)rec[-7]_rec[-66];DT(20,2,6)rec[-6]_rec[-65];DT(20,4,6)rec[-5]_rec[-64];DT(20,6,6)rec[-4]_rec[-63];DT(20,8,6)rec[-3]_rec[-62];DT(22,4,6)rec[-2]_rec[-61];DT(22,8,6)rec[-1]_rec[-60];TICK;M_52_53_54_55_56;MX_57_58_59_60_61;DT(11,1,7)rec[-10];DT(11,3,7)rec[-9];DT(11,5,7)rec[-8];DT(11,7,7)rec[-7];DT(11,9,7)rec[-6];DT(12,0,7)rec[-5]_rec[-64];DT(12,2,7)rec[-4]_rec[-63];DT(12,4,7)rec[-3]_rec[-62];DT(12,6,7)rec[-2]_rec[-61];DT(12,8,7)rec[-1]_rec[-60];TICK;R_52_53_54_55_56_57_58_59_60_61;RX_0_1_7_8_9_10_11_17_18_19_20_21_27_28_29_30_31_37_38_39_40_41_47_48_49_50_51_67_68_69_70_71_77_78_79_80_81_87_88_89_90_91_97_98_99_100_101_107_108;TICK;CX_47_52_48_53_49_54_50_55_51_56;TICK;CX_9_3_11_5_17_12_19_14_21_16_29_23_31_25_37_32_39_34_41_36_49_43_51_45_52_57_53_58_54_59_55_60_56_61;CZ_67_62_69_64_71_66_79_73_81_75_87_82_89_84_91_86_99_93_101_95;TICK;CX_7_12_9_14_11_16_17_23_19_25_27_32_29_34_31_36_37_43_39_45;CZ_57_62_59_64_61_66_67_73_69_75_77_82_79_84_81_86_87_93_89_95_97_102_99_104_101_106;TICK;CX_7_2_9_4_11_6_17_13_19_15_27_22_29_24_31_26_37_33_39_35_47_42_49_44_51_46_68_64_70_66_78_73_80_75_88_84_90_86_98_93_100_95_107_104_108_106;CZ_8_3_10_5_18_14_20_16_28_23_30_25_38_34_40_36_48_43_50_45_67_63_69_65_77_72_79_74_81_76_87_83_89_85_97_92_99_94_101_96;TICK;CX_9_13_11_15_17_22_19_24_21_26_29_33_31_35_37_42_39_44_41_46_58_62_60_64_68_73_70_75_78_82_80_84_88_93_90_95_98_102_100_104;CZ_0_3_1_5_8_12_10_14_18_23_20_25_28_32_30_34_38_43_40_45_59_63_61_65_67_72_69_74_71_76_79_83_81_85_87_92_89_94_91_96_99_103_101_105;TICK;CX_58_63_60_65_68_74_70_76_78_83_80_85_88_94_90_96_98_103_100_105;CZ_0_4_1_6_8_13_10_15_18_24_20_26_28_33_30_35_38_44_40_46;TICK;CX_68_63_70_65_78_72_80_74_88_83_90_85_98_92_100_94_107_103_108_105;CZ_8_2_10_4_18_13_20_15_28_22_30_24_38_33_40_35_48_42_50_44;TICK;CX_52_47_53_48_54_49_55_50_56_51;TICK;CX_57_52_58_53_59_54_60_55_61_56;M_2_3_4_5_6_12_13_14_15_16_22_23_24_25_26_32_33_34_35_36_42_43_44_45_46_47_48_49_50_51;MX_0_1_7_8_9_10_11_17_18_19_20_21_27_28_29_30_31_37_38_39_40_41_62_63_64_65_66_67_68_69_70_71_72_73_74_75_76_77_78_79_80_81_82_83_84_85_86_87_88_89_90_91_92_93_94_95_96_97_98_99_100_101_102_103_104_105_106_107_108;DT(10,0,8)rec[-74];DT(10,2,8)rec[-73];DT(10,4,8)rec[-72];DT(10,6,8)rec[-71];DT(10,8,8)rec[-70];DT(0,4,8)rec[-69]_rec[-97]_rec[-98];DT(0,4,9)rec[-69]_rec[-153];DT(0,8,8)rec[-68]_rec[-95]_rec[-96];DT(0,8,9)rec[-68]_rec[-152];DT(2,0,8)rec[-67]_rec[-151];DT(2,2,8)rec[-66]_rec[-93]_rec[-94]_rec[-98]_rec[-99];DT(2,2,9)rec[-66]_rec[-150];DT(2,4,8)rec[-65]_rec[-149];DT(2,6,8)rec[-64]_rec[-91]_rec[-92]_rec[-96]_rec[-97];DT(2,6,9)rec[-64]_rec[-148];DT(2,8,8)rec[-63]_rec[-147];DT(4,2,8)rec[-62]_rec[-146];DT(4,4,8)rec[-61]_rec[-87]_rec[-88]_rec[-92]_rec[-93];DT(4,4,9)rec[-61]_rec[-145];DT(4,6,8)rec[-60]_rec[-144];DT(4,8,8)rec[-59]_rec[-85]_rec[-86]_rec[-90]_rec[-91];DT(4,8,9)rec[-59]_rec[-143];DT(4,10,8)rec[-58]_rec[-142];DT(6,0,8)rec[-57]_rec[-141];DT(6,2,8)rec[-56]_rec[-140];DT(5,1,8)rec[-56]_rec[-83]_rec[-84]_rec[-88]_rec[-89];DT(6,4,8)rec[-55]_rec[-139];DT(6,6,8)rec[-54]_rec[-81]_rec[-82]_rec[-86]_rec[-87];DT(6,6,9)rec[-54]_rec[-138];DT(6,8,8)rec[-53]_rec[-137];DT(8,2,8)rec[-52]_rec[-136];DT(8,4,8)rec[-51]_rec[-77]_rec[-78]_rec[-82]_rec[-83];DT(8,4,9)rec[-51]_rec[-135];DT(8,6,8)rec[-50]_rec[-134];DT(8,8,8)rec[-49]_rec[-133];DT(7,7,8)rec[-49]_rec[-75]_rec[-76]_rec[-80]_rec[-81];DT(8,10,8)rec[-48]_rec[-132];DT(14,2,8)rec[-42]_rec[-131];DT(14,4,8)rec[-41]_rec[-130];DT(14,6,8)rec[-40]_rec[-129];DT(14,8,8)rec[-39]_rec[-128];DT(14,10,8)rec[-38]_rec[-127];DT(13,3,8)rec[-35]_rec[-36]_rec[-41]_rec[-45]_rec[-46];DT(13,7,8)rec[-33]_rec[-34]_rec[-39]_rec[-43]_rec[-44];DT(16,0,8)rec[-32]_rec[-126];DT(16,2,8)rec[-31]_rec[-125];DT(16,4,8)rec[-30]_rec[-124];DT(16,6,8)rec[-29]_rec[-123];DT(16,8,8)rec[-28]_rec[-122];DT(15,1,8)rec[-26]_rec[-27]_rec[-31]_rec[-36]_rec[-37];DT(15,5,8)rec[-24]_rec[-25]_rec[-29]_rec[-34]_rec[-35];DT(18,2,8)rec[-22]_rec[-121];DT(18,4,8)rec[-21]_rec[-120];DT(18,6,8)rec[-20]_rec[-119];DT(18,8,8)rec[-19]_rec[-118];DT(18,10,8)rec[-18]_rec[-117];DT(17,3,8)rec[-15]_rec[-16]_rec[-21]_rec[-25]_rec[-26];DT(17,7,8)rec[-13]_rec[-14]_rec[-19]_rec[-23]_rec[-24];DT(20,0,8)rec[-12]_rec[-116];DT(20,2,8)rec[-11]_rec[-115];DT(20,4,8)rec[-10]_rec[-114];DT(20,6,8)rec[-9]_rec[-113];DT(20,8,8)rec[-8]_rec[-112];DT(19,1,8)rec[-6]_rec[-7]_rec[-11]_rec[-16]_rec[-17];DT(19,5,8)rec[-4]_rec[-5]_rec[-9]_rec[-14]_rec[-15];DT(21,3,8)rec[-2]_rec[-5]_rec[-6];DT(22,4,8)rec[-2]_rec[-111];DT(22,8,8)rec[-1]_rec[-110];DT(21,7,8)rec[-1]_rec[-3]_rec[-4];OI(0)rec[-5]_rec[-15]_rec[-25]_rec[-35]_rec[-45]_rec[-77]_rec[-82]_rec[-87]_rec[-92]_rec[-97];TICK;M_52_53_54_55_56;MX_57_58_59_60_61;DT(11,1,10)rec[-10];DT(11,3,10)rec[-9];DT(11,5,10)rec[-8];DT(11,7,10)rec[-7];DT(11,9,10)rec[-6];DT(12,0,10)rec[-5]_rec[-114];DT(13,1,10)rec[-4]_rec[-56]_rec[-57]_rec[-88]_rec[-89];DT(12,2,10)rec[-4]_rec[-113];DT(12,4,10)rec[-3]_rec[-112];DT(13,5,10)rec[-2]_rec[-54]_rec[-55]_rec[-86]_rec[-87];DT(12,6,10)rec[-2]_rec[-111];DT(12,8,10)rec[-1]_rec[-110]</a:t>
            </a:r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615906-8FEA-3045-9172-729FFF3A66A6}" type="slidenum">
              <a:rPr lang="en-IL" smtClean="0"/>
              <a:t>6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89771677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algassert.com</a:t>
            </a:r>
            <a:r>
              <a:rPr lang="en-US" dirty="0"/>
              <a:t>/</a:t>
            </a:r>
            <a:r>
              <a:rPr lang="en-US" dirty="0" err="1"/>
              <a:t>crumble#circuit</a:t>
            </a:r>
            <a:r>
              <a:rPr lang="en-US" dirty="0"/>
              <a:t>=Q(0,0)0;Q(0,2)1;Q(0,4)2;Q(0,6)3;Q(0,8)4;Q(0,10)5;Q(1,1)6;Q(1,3)7;Q(1,5)8;Q(1,7)9;Q(1,9)10;Q(2,0)11;Q(2,2)12;Q(2,4)13;Q(2,6)14;Q(2,8)15;Q(2,10)16;Q(3,1)17;Q(3,3)18;Q(3,5)19;Q(3,7)20;Q(3,9)21;Q(4,0)22;Q(4,2)23;Q(4,4)24;Q(4,6)25;Q(4,8)26;Q(4,10)27;Q(5,1)28;Q(5,3)29;Q(5,5)30;Q(5,7)31;Q(5,9)32;Q(6,0)33;Q(6,2)34;Q(6,4)35;Q(6,6)36;Q(6,8)37;Q(6,10)38;Q(7,1)39;Q(7,3)40;Q(7,5)41;Q(7,7)42;Q(7,9)43;Q(8,0)44;Q(8,2)45;Q(8,4)46;Q(8,6)47;Q(8,8)48;Q(8,10)49;Q(9,1)50;Q(9,3)51;Q(9,5)52;Q(9,7)53;Q(9,9)54;Q(10,0)55;Q(10,2)56;Q(10,4)57;Q(10,6)58;Q(10,8)59;Q(10,10)60;Q(11,1)61;Q(11,3)62;Q(11,5)63;Q(11,7)64;Q(11,9)65;Q(12,0)66;Q(12,2)67;Q(12,4)68;Q(12,6)69;Q(12,8)70;Q(12,10)71;Q(13,1)72;Q(13,3)73;Q(13,5)74;Q(13,7)75;Q(13,9)76;Q(14,0)77;Q(14,2)78;Q(14,4)79;Q(14,6)80;Q(14,8)81;Q(14,10)82;Q(15,1)83;Q(15,3)84;Q(15,5)85;Q(15,7)86;Q(15,9)87;Q(16,0)88;Q(16,2)89;Q(16,4)90;Q(16,6)91;Q(16,8)92;Q(16,10)93;Q(17,1)94;Q(17,3)95;Q(17,5)96;Q(17,7)97;Q(17,9)98;Q(18,0)99;Q(18,2)100;Q(18,4)101;Q(18,6)102;Q(18,8)103;Q(18,10)104;Q(19,1)105;Q(19,3)106;Q(19,5)107;Q(19,7)108;Q(19,9)109;Q(20,0)110;Q(20,2)111;Q(20,4)112;Q(20,6)113;Q(20,8)114;Q(20,10)115;Q(21,1)116;Q(21,3)117;Q(21,5)118;Q(21,7)119;Q(21,9)120;Q(22,0)121;Q(22,2)122;Q(22,4)123;Q(22,6)124;Q(22,8)125;Q(22,10)126;RX_2_4_11_12_13_14_15_23_24_25_26_27_33_34_35_36_37_45_46_47_48_49_56_58_66_68_70_72_73_74_75_76_78_79_80_81_82_83_84_85_86_87_88_89_90_91_92_94_95_96_97_98_100_101_102_103_104_105_106_107_108_109_110_111_112_113_114_116_117_118_119_120_123_125;R_6_7_8_9_10_17_18_19_20_21_28_29_30_31_32_39_40_41_42_43_50_51_52_53_54_55_57_59_61_62_63_64_65_67_69;X_ERROR(0.001)6_7_8_9_10_17_18_19_20_21_28_29_30_31_32_39_40_41_42_43_50_51_52_53_54_55_57_59_61_62_63_64_65_67_69;Z_ERROR(0.001)2_4_11_12_13_14_15_23_24_25_26_27_33_34_35_36_37_45_46_47_48_49_56_58_66_68_70_72_73_74_75_76_78_79_80_81_82_83_84_85_86_87_88_89_90_91_92_94_95_96_97_98_100_101_102_103_104_105_106_107_108_109_110_111_112_113_114_116_117_118_119_120_123_125;DEPOLARIZE1(0.001)0_1_3_5_16_22_38_44_60_71_77_93_99_115_121_122_124_126;TICK;CX_56_62_58_64_66_61_68_63_70_65;CZ_12_6_14_8_24_18_26_20_34_28_36_30_46_40_48_42_78_72_80_74_82_76_90_84_92_86_100_94_102_96_104_98_112_106_114_108;DEPOLARIZE2(0.001)56_62_58_64_66_61_68_63_70_65_12_6_14_8_24_18_26_20_34_28_36_30_46_40_48_42_78_72_80_74_82_76_90_84_92_86_100_94_102_96_104_98_112_106_114_108;DEPOLARIZE1(0.001)0_1_2_3_4_5_7_9_10_11_13_15_16_17_19_21_22_23_25_27_29_31_32_33_35_37_38_39_41_43_44_45_47_49_50_51_52_53_54_55_57_59_60_67_69_71_73_75_77_79_81_83_85_87_88_89_91_93_95_97_99_101_103_105_107_109_110_111_113_115_116_117_118_119_120_121_122_123_124_125_126;TICK;CX_61_55_62_67_63_57_64_69_65_59;CZ_2_8_4_10_12_18_14_20_24_30_26_32_34_40_36_42_46_52_48_54_66_72_68_74_70_76_78_84_80_86_88_94_90_96_92_98_100_106_102_108_110_116_112_118_114_120;DEPOLARIZE2(0.001)61_55_62_67_63_57_64_69_65_59_2_8_4_10_12_18_14_20_24_30_26_32_34_40_36_42_46_52_48_54_66_72_68_74_70_76_78_84_80_86_88_94_90_96_92_98_100_106_102_108_110_116_112_118_114_120;DEPOLARIZE1(0.001)0_1_3_5_6_7_9_11_13_15_16_17_19_21_22_23_25_27_28_29_31_33_35_37_38_39_41_43_44_45_47_49_50_51_53_56_58_60_71_73_75_77_79_81_82_83_85_87_89_91_93_95_97_99_101_103_104_105_107_109_111_113_115_117_119_121_122_123_124_125_126;TICK;CX_55_50_57_52_59_54;CZ_2_7_4_9_12_17_14_19_24_29_26_31_34_39_36_41_46_51_48_53_68_73_70_75_78_83_80_85_82_87_90_95_92_97_100_105_102_107_104_109_112_117_114_119;DEPOLARIZE2(0.001)55_50_57_52_59_54_2_7_4_9_12_17_14_19_24_29_26_31_34_39_36_41_46_51_48_53_68_73_70_75_78_83_80_85_82_87_90_95_92_97_100_105_102_107_104_109_112_117_114_119;DEPOLARIZE1(0.001)0_1_3_5_6_8_10_11_13_15_16_18_20_21_22_23_25_27_28_30_32_33_35_37_38_40_42_43_44_45_47_49_56_58_60_61_62_63_64_65_66_67_69_71_72_74_76_77_79_81_84_86_88_89_91_93_94_96_98_99_101_103_106_108_110_111_113_115_116_118_120_121_122_123_124_125_126;TICK;CX_11_6_13_8_15_10_23_18_25_20_33_28_35_30_37_32_45_40_47_42_57_51_59_53_79_74_81_76_89_84_91_86_101_96_103_98_111_106_113_108_123_118_125_120;CZ_12_7_14_9_24_19_26_21_34_29_36_31_46_41_48_43_56_50_58_52_78_73_80_75_88_83_90_85_92_87_100_95_102_97_110_105_112_107_114_109;DEPOLARIZE2(0.001)11_6_13_8_15_10_23_18_25_20_33_28_35_30_37_32_45_40_47_42_57_51_59_53_79_74_81_76_89_84_91_86_101_96_103_98_111_106_113_108_123_118_125_120_12_7_14_9_24_19_26_21_34_29_36_31_46_41_48_43_56_50_58_52_78_73_80_75_88_83_90_85_92_87_100_95_102_97_110_105_112_107_114_109;DEPOLARIZE1(0.001)0_1_2_3_4_5_16_17_22_27_38_39_44_49_54_55_60_61_62_63_64_65_66_67_68_69_70_71_72_77_82_93_94_99_104_115_116_117_119_121_122_124_126;TICK;CX_13_18_15_20_23_28_25_30_27_32_35_40_37_42_45_50_47_52_49_54_67_72_69_74_79_84_81_86_89_94_91_96_101_106_103_108_111_116_113_118;CZ_56_51_58_53;DEPOLARIZE2(0.001)13_18_15_20_23_28_25_30_27_32_35_40_37_42_45_50_47_52_49_54_67_72_69_74_79_84_81_86_89_94_91_96_101_106_103_108_111_116_113_118_56_51_58_53;DEPOLARIZE1(0.001)0_1_2_3_4_5_6_7_8_9_10_11_12_14_16_17_19_21_22_24_26_29_31_33_34_36_38_39_41_43_44_46_48_55_57_59_60_61_62_63_64_65_66_68_70_71_73_75_76_77_78_80_82_83_85_87_88_90_92_93_95_97_98_99_100_102_104_105_107_109_110_112_114_115_117_119_120_121_122_123_124_125_126;TICK;CX_11_17_13_19_15_21_23_29_25_31_33_39_35_41_37_43_45_51_47_53_61_66_62_56_63_68_64_58_65_70_67_73_69_75_79_85_81_87_89_95_91_97_101_107_103_109_111_117_113_119;DEPOLARIZE2(0.001)11_17_13_19_15_21_23_29_25_31_33_39_35_41_37_43_45_51_47_53_61_66_62_56_63_68_64_58_65_70_67_73_69_75_79_85_81_87_89_95_91_97_101_107_103_109_111_117_113_119;DEPOLARIZE1(0.001)0_1_2_3_4_5_6_7_8_9_10_12_14_16_18_20_22_24_26_27_28_30_32_34_36_38_40_42_44_46_48_49_50_52_54_55_57_59_60_71_72_74_76_77_78_80_82_83_84_86_88_90_92_93_94_96_98_99_100_102_104_105_106_108_110_112_114_115_116_118_120_121_122_123_124_125_126;TICK;CX_13_7_15_9_23_17_25_19_27_21_35_29_37_31_45_39_47_41_49_43_55_61_57_63_59_65_67_62_69_64_79_73_81_75_89_83_91_85_101_95_103_97_111_105_113_107_123_117_125_119;DEPOLARIZE2(0.001)13_7_15_9_23_17_25_19_27_21_35_29_37_31_45_39_47_41_49_43_55_61_57_63_59_65_67_62_69_64_79_73_81_75_89_83_91_85_101_95_103_97_111_105_113_107_123_117_125_119;DEPOLARIZE1(0.001)0_1_2_3_4_5_6_8_10_11_12_14_16_18_20_22_24_26_28_30_32_33_34_36_38_40_42_44_46_48_50_51_52_53_54_56_58_60_66_68_70_71_72_74_76_77_78_80_82_84_86_87_88_90_92_93_94_96_98_99_100_102_104_106_108_109_110_112_114_115_116_118_120_121_122_124_126;TICK;MX(0.001)2_4_11_12_13_14_15_23_24_25_26_27_33_34_35_36_37_45_46_47_48_49_55_57_59_67_69_78_79_80_81_82_88_89_90_91_92_100_101_102_103_104_110_111_112_113_114_123_125;M(0.001)56_58_66_68_70;DEPOLARIZE1(0.001)0_1_3_5_6_7_8_9_10_16_17_18_19_20_21_22_28_29_30_31_32_38_39_40_41_42_43_44_50_51_52_53_54_60_61_62_63_64_65_71_72_73_74_75_76_77_83_84_85_86_87_93_94_95_96_97_98_99_105_106_107_108_109_115_116_117_118_119_120_121_122_124_126;TICK;RX_2_4_11_12_13_14_15_23_24_25_26_27_33_34_35_36_37_45_46_47_48_49_56_58_66_68_70_78_79_80_81_82_88_89_90_91_92_100_101_102_103_104_110_111_112_113_114_123_125;R_55_57_59_67_69;X_ERROR(0.001)55_57_59_67_69;Z_ERROR(0.001)2_4_11_12_13_14_15_23_24_25_26_27_33_34_35_36_37_45_46_47_48_49_56_58_66_68_70_78_79_80_81_82_88_89_90_91_92_100_101_102_103_104_110_111_112_113_114_123_125;DEPOLARIZE1(0.001)0_1_3_5_6_7_8_9_10_16_17_18_19_20_21_22_28_29_30_31_32_38_39_40_41_42_43_44_50_51_52_53_54_60_61_62_63_64_65_71_72_73_74_75_76_77_83_84_85_86_87_93_94_95_96_97_98_99_105_106_107_108_109_115_116_117_118_119_120_121_122_124_126;TICK;CX_56_62_58_64_66_61_68_63_70_65;CZ_12_6_14_8_24_18_26_20_34_28_36_30_46_40_48_42_78_72_80_74_82_76_90_84_92_86_100_94_102_96_104_98_112_106_114_108;DEPOLARIZE2(0.001)56_62_58_64_66_61_68_63_70_65_12_6_14_8_24_18_26_20_34_28_36_30_46_40_48_42_78_72_80_74_82_76_90_84_92_86_100_94_102_96_104_98_112_106_114_108;DEPOLARIZE1(0.001)0_1_2_3_4_5_7_9_10_11_13_15_16_17_19_21_22_23_25_27_29_31_32_33_35_37_38_39_41_43_44_45_47_49_50_51_52_53_54_55_57_59_60_67_69_71_73_75_77_79_81_83_85_87_88_89_91_93_95_97_99_101_103_105_107_109_110_111_113_115_116_117_118_119_120_121_122_123_124_125_126;TICK;CX_61_55_62_67_63_57_64_69_65_59;CZ_2_8_4_10_12_18_14_20_24_30_26_32_34_40_36_42_46_52_48_54_66_72_68_74_70_76_78_84_80_86_88_94_90_96_92_98_100_106_102_108_110_116_112_118_114_120;DEPOLARIZE2(0.001)61_55_62_67_63_57_64_69_65_59_2_8_4_10_12_18_14_20_24_30_26_32_34_40_36_42_46_52_48_54_66_72_68_74_70_76_78_84_80_86_88_94_90_96_92_98_100_106_102_108_110_116_112_118_114_120;DEPOLARIZE1(0.001)0_1_3_5_6_7_9_11_13_15_16_17_19_21_22_23_25_27_28_29_31_33_35_37_38_39_41_43_44_45_47_49_50_51_53_56_58_60_71_73_75_77_79_81_82_83_85_87_89_91_93_95_97_99_101_103_104_105_107_109_111_113_115_117_119_121_122_123_124_125_126;TICK;CX_55_50_57_52_59_54;CZ_2_7_4_9_12_17_14_19_24_29_26_31_34_39_36_41_46_51_48_53_68_73_70_75_78_83_80_85_82_87_90_95_92_97_100_105_102_107_104_109_112_117_114_119;DEPOLARIZE2(0.001)55_50_57_52_59_54_2_7_4_9_12_17_14_19_24_29_26_31_34_39_36_41_46_51_48_53_68_73_70_75_78_83_80_85_82_87_90_95_92_97_100_105_102_107_104_109_112_117_114_119;DEPOLARIZE1(0.001)0_1_3_5_6_8_10_11_13_15_16_18_20_21_22_23_25_27_28_30_32_33_35_37_38_40_42_43_44_45_47_49_56_58_60_61_62_63_64_65_66_67_69_71_72_74_76_77_79_81_84_86_88_89_91_93_94_96_98_99_101_103_106_108_110_111_113_115_116_118_120_121_122_123_124_125_126;TICK;CX_11_6_13_8_15_10_23_18_25_20_33_28_35_30_37_32_45_40_47_42_57_51_59_53_79_74_81_76_89_84_91_86_101_96_103_98_111_106_113_108_123_118_125_120;CZ_12_7_14_9_24_19_26_21_34_29_36_31_46_41_48_43_56_50_58_52_78_73_80_75_88_83_90_85_92_87_100_95_102_97_110_105_112_107_114_109;DEPOLARIZE2(0.001)11_6_13_8_15_10_23_18_25_20_33_28_35_30_37_32_45_40_47_42_57_51_59_53_79_74_81_76_89_84_91_86_101_96_103_98_111_106_113_108_123_118_125_120_12_7_14_9_24_19_26_21_34_29_36_31_46_41_48_43_56_50_58_52_78_73_80_75_88_83_90_85_92_87_100_95_102_97_110_105_112_107_114_109;DEPOLARIZE1(0.001)0_1_2_3_4_5_16_17_22_27_38_39_44_49_54_55_60_61_62_63_64_65_66_67_68_69_70_71_72_77_82_93_94_99_104_115_116_117_119_121_122_124_126;TICK;CX_13_18_15_20_23_28_25_30_27_32_35_40_37_42_45_50_47_52_49_54_67_72_69_74_79_84_81_86_89_94_91_96_101_106_103_108_111_116_113_118;CZ_56_51_58_53;DEPOLARIZE2(0.001)13_18_15_20_23_28_25_30_27_32_35_40_37_42_45_50_47_52_49_54_67_72_69_74_79_84_81_86_89_94_91_96_101_106_103_108_111_116_113_118_56_51_58_53;DEPOLARIZE1(0.001)0_1_2_3_4_5_6_7_8_9_10_11_12_14_16_17_19_21_22_24_26_29_31_33_34_36_38_39_41_43_44_46_48_55_57_59_60_61_62_63_64_65_66_68_70_71_73_75_76_77_78_80_82_83_85_87_88_90_92_93_95_97_98_99_100_102_104_105_107_109_110_112_114_115_117_119_120_121_122_123_124_125_126;TICK;CX_11_17_13_19_15_21_23_29_25_31_33_39_35_41_37_43_45_51_47_53_61_66_62_56_63_68_64_58_65_70_67_73_69_75_79_85_81_87_89_95_91_97_101_107_103_109_111_117_113_119;DEPOLARIZE2(0.001)11_17_13_19_15_21_23_29_25_31_33_39_35_41_37_43_45_51_47_53_61_66_62_56_63_68_64_58_65_70_67_73_69_75_79_85_81_87_89_95_91_97_101_107_103_109_111_117_113_119;DEPOLARIZE1(0.001)0_1_2_3_4_5_6_7_8_9_10_12_14_16_18_20_22_24_26_27_28_30_32_34_36_38_40_42_44_46_48_49_50_52_54_55_57_59_60_71_72_74_76_77_78_80_82_83_84_86_88_90_92_93_94_96_98_99_100_102_104_105_106_108_110_112_114_115_116_118_120_121_122_123_124_125_126;TICK;CX_13_7_15_9_23_17_25_19_27_21_35_29_37_31_45_39_47_41_49_43_55_61_57_63_59_65_67_62_69_64_79_73_81_75_89_83_91_85_101_95_103_97_111_105_113_107_123_117_125_119;DEPOLARIZE2(0.001)13_7_15_9_23_17_25_19_27_21_35_29_37_31_45_39_47_41_49_43_55_61_57_63_59_65_67_62_69_64_79_73_81_75_89_83_91_85_101_95_103_97_111_105_113_107_123_117_125_119;DEPOLARIZE1(0.001)0_1_2_3_4_5_6_8_10_11_12_14_16_18_20_22_24_26_28_30_32_33_34_36_38_40_42_44_46_48_50_51_52_53_54_56_58_60_66_68_70_71_72_74_76_77_78_80_82_84_86_87_88_90_92_93_94_96_98_99_100_102_104_106_108_109_110_112_114_115_116_118_120_121_122_124_126;TICK;MX(0.001)2_4_11_12_13_14_15_23_24_25_26_27_33_34_35_36_37_45_46_47_48_49_55_57_59_67_69_78_79_80_81_82_88_89_90_91_92_100_101_102_103_104_110_111_112_113_114_123_125;M(0.001)56_58_66_68_70;DEPOLARIZE1(0.001)0_1_3_5_6_7_8_9_10_16_17_18_19_20_21_22_28_29_30_31_32_38_39_40_41_42_43_44_50_51_52_53_54_60_61_62_63_64_65_71_72_73_74_75_76_77_83_84_85_86_87_93_94_95_96_97_98_99_105_106_107_108_109_115_116_117_118_119_120_121_122_124_126;TICK;RX_2_4_11_12_13_14_15_23_24_25_26_27_33_34_35_36_37_45_46_47_48_49_56_58_66_68_70_78_79_80_81_82_88_89_90_91_92_100_101_102_103_104_110_111_112_113_114_123_125;R_55_57_59_67_69;X_ERROR(0.001)55_57_59_67_69;Z_ERROR(0.001)2_4_11_12_13_14_15_23_24_25_26_27_33_34_35_36_37_45_46_47_48_49_56_58_66_68_70_78_79_80_81_82_88_89_90_91_92_100_101_102_103_104_110_111_112_113_114_123_125;DEPOLARIZE1(0.001)0_1_3_5_6_7_8_9_10_16_17_18_19_20_21_22_28_29_30_31_32_38_39_40_41_42_43_44_50_51_52_53_54_60_61_62_63_64_65_71_72_73_74_75_76_77_83_84_85_86_87_93_94_95_96_97_98_99_105_106_107_108_109_115_116_117_118_119_120_121_122_124_126;TICK;CX_56_62_58_64_66_61_68_63_70_65;CZ_12_6_14_8_24_18_26_20_34_28_36_30_46_40_48_42_78_72_80_74_82_76_90_84_92_86_100_94_102_96_104_98_112_106_114_108;DEPOLARIZE2(0.001)56_62_58_64_66_61_68_63_70_65_12_6_14_8_24_18_26_20_34_28_36_30_46_40_48_42_78_72_80_74_82_76_90_84_92_86_100_94_102_96_104_98_112_106_114_108;DEPOLARIZE1(0.001)0_1_2_3_4_5_7_9_10_11_13_15_16_17_19_21_22_23_25_27_29_31_32_33_35_37_38_39_41_43_44_45_47_49_50_51_52_53_54_55_57_59_60_67_69_71_73_75_77_79_81_83_85_87_88_89_91_93_95_97_99_101_103_105_107_109_110_111_113_115_116_117_118_119_120_121_122_123_124_125_126;TICK;CX_61_55_62_67_63_57_64_69_65_59;CZ_2_8_4_10_12_18_14_20_24_30_26_32_34_40_36_42_46_52_48_54_66_72_68_74_70_76_78_84_80_86_88_94_90_96_92_98_100_106_102_108_110_116_112_118_114_120;DEPOLARIZE2(0.001)61_55_62_67_63_57_64_69_65_59_2_8_4_10_12_18_14_20_24_30_26_32_34_40_36_42_46_52_48_54_66_72_68_74_70_76_78_84_80_86_88_94_90_96_92_98_100_106_102_108_110_116_112_118_114_120;DEPOLARIZE1(0.001)0_1_3_5_6_7_9_11_13_15_16_17_19_21_22_23_25_27_28_29_31_33_35_37_38_39_41_43_44_45_47_49_50_51_53_56_58_60_71_73_75_77_79_81_82_83_85_87_89_91_93_95_97_99_101_103_104_105_107_109_111_113_115_117_119_121_122_123_124_125_126;TICK;CX_55_50_57_52_59_54;CZ_2_7_4_9_12_17_14_19_24_29_26_31_34_39_36_41_46_51_48_53_68_73_70_75_78_83_80_85_82_87_90_95_92_97_100_105_102_107_104_109_112_117_114_119;DEPOLARIZE2(0.001)55_50_57_52_59_54_2_7_4_9_12_17_14_19_24_29_26_31_34_39_36_41_46_51_48_53_68_73_70_75_78_83_80_85_82_87_90_95_92_97_100_105_102_107_104_109_112_117_114_119;DEPOLARIZE1(0.001)0_1_3_5_6_8_10_11_13_15_16_18_20_21_22_23_25_27_28_30_32_33_35_37_38_40_42_43_44_45_47_49_56_58_60_61_62_63_64_65_66_67_69_71_72_74_76_77_79_81_84_86_88_89_91_93_94_96_98_99_101_103_106_108_110_111_113_115_116_118_120_121_122_123_124_125_126;TICK;CX_11_6_13_8_15_10_23_18_25_20_33_28_35_30_37_32_45_40_47_42_57_51_59_53_79_74_81_76_89_84_91_86_101_96_103_98_111_106_113_108_123_118_125_120;CZ_12_7_14_9_24_19_26_21_34_29_36_31_46_41_48_43_56_50_58_52_78_73_80_75_88_83_90_85_92_87_100_95_102_97_110_105_112_107_114_109;DEPOLARIZE2(0.001)11_6_13_8_15_10_23_18_25_20_33_28_35_30_37_32_45_40_47_42_57_51_59_53_79_74_81_76_89_84_91_86_101_96_103_98_111_106_113_108_123_118_125_120_12_7_14_9_24_19_26_21_34_29_36_31_46_41_48_43_56_50_58_52_78_73_80_75_88_83_90_85_92_87_100_95_102_97_110_105_112_107_114_109;DEPOLARIZE1(0.001)0_1_2_3_4_5_16_17_22_27_38_39_44_49_54_55_60_61_62_63_64_65_66_67_68_69_70_71_72_77_82_93_94_99_104_115_116_117_119_121_122_124_126;TICK;CX_13_18_15_20_23_28_25_30_27_32_35_40_37_42_45_50_47_52_49_54_67_72_69_74_79_84_81_86_89_94_91_96_101_106_103_108_111_116_113_118;CZ_56_51_58_53;DEPOLARIZE2(0.001)13_18_15_20_23_28_25_30_27_32_35_40_37_42_45_50_47_52_49_54_67_72_69_74_79_84_81_86_89_94_91_96_101_106_103_108_111_116_113_118_56_51_58_53;DEPOLARIZE1(0.001)0_1_2_3_4_5_6_7_8_9_10_11_12_14_16_17_19_21_22_24_26_29_31_33_34_36_38_39_41_43_44_46_48_55_57_59_60_61_62_63_64_65_66_68_70_71_73_75_76_77_78_80_82_83_85_87_88_90_92_93_95_97_98_99_100_102_104_105_107_109_110_112_114_115_117_119_120_121_122_123_124_125_126;TICK;CX_11_17_13_19_15_21_23_29_25_31_33_39_35_41_37_43_45_51_47_53_61_66_62_56_63_68_64_58_65_70_67_73_69_75_79_85_81_87_89_95_91_97_101_107_103_109_111_117_113_119;DEPOLARIZE2(0.001)11_17_13_19_15_21_23_29_25_31_33_39_35_41_37_43_45_51_47_53_61_66_62_56_63_68_64_58_65_70_67_73_69_75_79_85_81_87_89_95_91_97_101_107_103_109_111_117_113_119;DEPOLARIZE1(0.001)0_1_2_3_4_5_6_7_8_9_10_12_14_16_18_20_22_24_26_27_28_30_32_34_36_38_40_42_44_46_48_49_50_52_54_55_57_59_60_71_72_74_76_77_78_80_82_83_84_86_88_90_92_93_94_96_98_99_100_102_104_105_106_108_110_112_114_115_116_118_120_121_122_123_124_125_126;TICK;CX_13_7_15_9_23_17_25_19_27_21_35_29_37_31_45_39_47_41_49_43_55_61_57_63_59_65_67_62_69_64_79_73_81_75_89_83_91_85_101_95_103_97_111_105_113_107_123_117_125_119;DEPOLARIZE2(0.001)13_7_15_9_23_17_25_19_27_21_35_29_37_31_45_39_47_41_49_43_55_61_57_63_59_65_67_62_69_64_79_73_81_75_89_83_91_85_101_95_103_97_111_105_113_107_123_117_125_119;DEPOLARIZE1(0.001)0_1_2_3_4_5_6_8_10_11_12_14_16_18_20_22_24_26_28_30_32_33_34_36_38_40_42_44_46_48_50_51_52_53_54_56_58_60_66_68_70_71_72_74_76_77_78_80_82_84_86_87_88_90_92_93_94_96_98_99_100_102_104_106_108_109_110_112_114_115_116_118_120_121_122_124_126;TICK;MX(0.001)2_4_11_12_13_14_15_23_24_25_26_27_33_34_35_36_37_45_46_47_48_49_55_57_59_67_69_78_79_80_81_82_88_89_90_91_92_100_101_102_103_104_110_111_112_113_114_123_125;M(0.001)56_58_66_68_70;DEPOLARIZE1(0.001)0_1_3_5_6_7_8_9_10_16_17_18_19_20_21_22_28_29_30_31_32_38_39_40_41_42_43_44_50_51_52_53_54_60_61_62_63_64_65_71_72_73_74_75_76_77_83_84_85_86_87_93_94_95_96_97_98_99_105_106_107_108_109_115_116_117_118_119_120_121_122_124_126;TICK;RX_2_4_11_12_13_14_15_23_24_25_26_27_33_34_35_36_37_45_46_47_48_49_56_58_66_68_70_78_79_80_81_82_88_89_90_91_92_100_101_102_103_104_110_111_112_113_114_123_125;R_55_57_59_67_69;X_ERROR(0.001)55_57_59_67_69;Z_ERROR(0.001)2_4_11_12_13_14_15_23_24_25_26_27_33_34_35_36_37_45_46_47_48_49_56_58_66_68_70_78_79_80_81_82_88_89_90_91_92_100_101_102_103_104_110_111_112_113_114_123_125;DEPOLARIZE1(0.001)0_1_3_5_6_7_8_9_10_16_17_18_19_20_21_22_28_29_30_31_32_38_39_40_41_42_43_44_50_51_52_53_54_60_61_62_63_64_65_71_72_73_74_75_76_77_83_84_85_86_87_93_94_95_96_97_98_99_105_106_107_108_109_115_116_117_118_119_120_121_122_124_126;TICK;CX_56_62_58_64_66_61_68_63_70_65;CZ_12_6_14_8_24_18_26_20_34_28_36_30_46_40_48_42_78_72_80_74_82_76_90_84_92_86_100_94_102_96_104_98_112_106_114_108;DEPOLARIZE2(0.001)56_62_58_64_66_61_68_63_70_65_12_6_14_8_24_18_26_20_34_28_36_30_46_40_48_42_78_72_80_74_82_76_90_84_92_86_100_94_102_96_104_98_112_106_114_108;DEPOLARIZE1(0.001)0_1_2_3_4_5_7_9_10_11_13_15_16_17_19_21_22_23_25_27_29_31_32_33_35_37_38_39_41_43_44_45_47_49_50_51_52_53_54_55_57_59_60_67_69_71_73_75_77_79_81_83_85_87_88_89_91_93_95_97_99_101_103_105_107_109_110_111_113_115_116_117_118_119_120_121_122_123_124_125_126;TICK;CX_61_55_62_67_63_57_64_69_65_59;CZ_2_8_4_10_12_18_14_20_24_30_26_32_34_40_36_42_46_52_48_54_66_72_68_74_70_76_78_84_80_86_88_94_90_96_92_98_100_106_102_108_110_116_112_118_114_120;DEPOLARIZE2(0.001)61_55_62_67_63_57_64_69_65_59_2_8_4_10_12_18_14_20_24_30_26_32_34_40_36_42_46_52_48_54_66_72_68_74_70_76_78_84_80_86_88_94_90_96_92_98_100_106_102_108_110_116_112_118_114_120;DEPOLARIZE1(0.001)0_1_3_5_6_7_9_11_13_15_16_17_19_21_22_23_25_27_28_29_31_33_35_37_38_39_41_43_44_45_47_49_50_51_53_56_58_60_71_73_75_77_79_81_82_83_85_87_89_91_93_95_97_99_101_103_104_105_107_109_111_113_115_117_119_121_122_123_124_125_126;TICK;CX_55_50_57_52_59_54;CZ_2_7_4_9_12_17_14_19_24_29_26_31_34_39_36_41_46_51_48_53_68_73_70_75_78_83_80_85_82_87_90_95_92_97_100_105_102_107_104_109_112_117_114_119;DEPOLARIZE2(0.001)55_50_57_52_59_54_2_7_4_9_12_17_14_19_24_29_26_31_34_39_36_41_46_51_48_53_68_73_70_75_78_83_80_85_82_87_90_95_92_97_100_105_102_107_104_109_112_117_114_119;DEPOLARIZE1(0.001)0_1_3_5_6_8_10_11_13_15_16_18_20_21_22_23_25_27_28_30_32_33_35_37_38_40_42_43_44_45_47_49_56_58_60_61_62_63_64_65_66_67_69_71_72_74_76_77_79_81_84_86_88_89_91_93_94_96_98_99_101_103_106_108_110_111_113_115_116_118_120_121_122_123_124_125_126;TICK;CX_11_6_13_8_15_10_23_18_25_20_33_28_35_30_37_32_45_40_47_42_57_51_59_53_79_74_81_76_89_84_91_86_101_96_103_98_111_106_113_108_123_118_125_120;CZ_12_7_14_9_24_19_26_21_34_29_36_31_46_41_48_43_56_50_58_52_78_73_80_75_88_83_90_85_92_87_100_95_102_97_110_105_112_107_114_109;DEPOLARIZE2(0.001)11_6_13_8_15_10_23_18_25_20_33_28_35_30_37_32_45_40_47_42_57_51_59_53_79_74_81_76_89_84_91_86_101_96_103_98_111_106_113_108_123_118_125_120_12_7_14_9_24_19_26_21_34_29_36_31_46_41_48_43_56_50_58_52_78_73_80_75_88_83_90_85_92_87_100_95_102_97_110_105_112_107_114_109;DEPOLARIZE1(0.001)0_1_2_3_4_5_16_17_22_27_38_39_44_49_54_55_60_61_62_63_64_65_66_67_68_69_70_71_72_77_82_93_94_99_104_115_116_117_119_121_122_124_126;TICK;CX_13_18_15_20_23_28_25_30_27_32_35_40_37_42_45_50_47_52_49_54_67_72_69_74_79_84_81_86_89_94_91_96_101_106_103_108_111_116_113_118;CZ_56_51_58_53;DEPOLARIZE2(0.001)13_18_15_20_23_28_25_30_27_32_35_40_37_42_45_50_47_52_49_54_67_72_69_74_79_84_81_86_89_94_91_96_101_106_103_108_111_116_113_118_56_51_58_53;DEPOLARIZE1(0.001)0_1_2_3_4_5_6_7_8_9_10_11_12_14_16_17_19_21_22_24_26_29_31_33_34_36_38_39_41_43_44_46_48_55_57_59_60_61_62_63_64_65_66_68_70_71_73_75_76_77_78_80_82_83_85_87_88_90_92_93_95_97_98_99_100_102_104_105_107_109_110_112_114_115_117_119_120_121_122_123_124_125_126;TICK;CX_11_17_13_19_15_21_23_29_25_31_33_39_35_41_37_43_45_51_47_53_61_66_62_56_63_68_64_58_65_70_67_73_69_75_79_85_81_87_89_95_91_97_101_107_103_109_111_117_113_119;DEPOLARIZE2(0.001)11_17_13_19_15_21_23_29_25_31_33_39_35_41_37_43_45_51_47_53_61_66_62_56_63_68_64_58_65_70_67_73_69_75_79_85_81_87_89_95_91_97_101_107_103_109_111_117_113_119;DEPOLARIZE1(0.001)0_1_2_3_4_5_6_7_8_9_10_12_14_16_18_20_22_24_26_27_28_30_32_34_36_38_40_42_44_46_48_49_50_52_54_55_57_59_60_71_72_74_76_77_78_80_82_83_84_86_88_90_92_93_94_96_98_99_100_102_104_105_106_108_110_112_114_115_116_118_120_121_122_123_124_125_126;TICK;CX_13_7_15_9_23_17_25_19_27_21_35_29_37_31_45_39_47_41_49_43_55_61_57_63_59_65_67_62_69_64_79_73_81_75_89_83_91_85_101_95_103_97_111_105_113_107_123_117_125_119;DEPOLARIZE2(0.001)13_7_15_9_23_17_25_19_27_21_35_29_37_31_45_39_47_41_49_43_55_61_57_63_59_65_67_62_69_64_79_73_81_75_89_83_91_85_101_95_103_97_111_105_113_107_123_117_125_119;DEPOLARIZE1(0.001)0_1_2_3_4_5_6_8_10_11_12_14_16_18_20_22_24_26_28_30_32_33_34_36_38_40_42_44_46_48_50_51_52_53_54_56_58_60_66_68_70_71_72_74_76_77_78_80_82_84_86_87_88_90_92_93_94_96_98_99_100_102_104_106_108_109_110_112_114_115_116_118_120_121_122_124_126;TICK;MX(0.001)2_4_11_12_13_14_15_23_24_25_26_27_33_34_35_36_37_45_46_47_48_49_55_57_59_67_69_78_79_80_81_82_88_89_90_91_92_100_101_102_103_104_110_111_112_113_114_123_125;M(0.001)56_58_66_68_70;DEPOLARIZE1(0.001)0_1_3_5_6_7_8_9_10_16_17_18_19_20_21_22_28_29_30_31_32_38_39_40_41_42_43_44_50_51_52_53_54_60_61_62_63_64_65_71_72_73_74_75_76_77_83_84_85_86_87_93_94_95_96_97_98_99_105_106_107_108_109_115_116_117_118_119_120_121_122_124_126;TICK;RX_2_4_11_12_13_14_15_23_24_25_26_27_33_34_35_36_37_45_46_47_48_49_56_58_66_68_70_78_79_80_81_82_88_89_90_91_92_100_101_102_103_104_110_111_112_113_114_123_125;R_55_57_59_67_69;X_ERROR(0.001)55_57_59_67_69;Z_ERROR(0.001)2_4_11_12_13_14_15_23_24_25_26_27_33_34_35_36_37_45_46_47_48_49_56_58_66_68_70_78_79_80_81_82_88_89_90_91_92_100_101_102_103_104_110_111_112_113_114_123_125;DEPOLARIZE1(0.001)0_1_3_5_6_7_8_9_10_16_17_18_19_20_21_22_28_29_30_31_32_38_39_40_41_42_43_44_50_51_52_53_54_60_61_62_63_64_65_71_72_73_74_75_76_77_83_84_85_86_87_93_94_95_96_97_98_99_105_106_107_108_109_115_116_117_118_119_120_121_122_124_126;TICK;CX_56_62_58_64_66_61_68_63_70_65;CZ_12_6_14_8_24_18_26_20_34_28_36_30_46_40_48_42_78_72_80_74_82_76_90_84_92_86_100_94_102_96_104_98_112_106_114_108;DEPOLARIZE2(0.001)56_62_58_64_66_61_68_63_70_65_12_6_14_8_24_18_26_20_34_28_36_30_46_40_48_42_78_72_80_74_82_76_90_84_92_86_100_94_102_96_104_98_112_106_114_108;DEPOLARIZE1(0.001)0_1_2_3_4_5_7_9_10_11_13_15_16_17_19_21_22_23_25_27_29_31_32_33_35_37_38_39_41_43_44_45_47_49_50_51_52_53_54_55_57_59_60_67_69_71_73_75_77_79_81_83_85_87_88_89_91_93_95_97_99_101_103_105_107_109_110_111_113_115_116_117_118_119_120_121_122_123_124_125_126;TICK;CX_61_55_62_67_63_57_64_69_65_59;CZ_2_8_4_10_12_18_14_20_24_30_26_32_34_40_36_42_46_52_48_54_66_72_68_74_70_76_78_84_80_86_88_94_90_96_92_98_100_106_102_108_110_116_112_118_114_120;DEPOLARIZE2(0.001)61_55_62_67_63_57_64_69_65_59_2_8_4_10_12_18_14_20_24_30_26_32_34_40_36_42_46_52_48_54_66_72_68_74_70_76_78_84_80_86_88_94_90_96_92_98_100_106_102_108_110_116_112_118_114_120;DEPOLARIZE1(0.001)0_1_3_5_6_7_9_11_13_15_16_17_19_21_22_23_25_27_28_29_31_33_35_37_38_39_41_43_44_45_47_49_50_51_53_56_58_60_71_73_75_77_79_81_82_83_85_87_89_91_93_95_97_99_101_103_104_105_107_109_111_113_115_117_119_121_122_123_124_125_126;TICK;CX_55_50_57_52_59_54;CZ_2_7_4_9_12_17_14_19_24_29_26_31_34_39_36_41_46_51_48_53_68_73_70_75_78_83_80_85_82_87_90_95_92_97_100_105_102_107_104_109_112_117_114_119;DEPOLARIZE2(0.001)55_50_57_52_59_54_2_7_4_9_12_17_14_19_24_29_26_31_34_39_36_41_46_51_48_53_68_73_70_75_78_83_80_85_82_87_90_95_92_97_100_105_102_107_104_109_112_117_114_119;DEPOLARIZE1(0.001)0_1_3_5_6_8_10_11_13_15_16_18_20_21_22_23_25_27_28_30_32_33_35_37_38_40_42_43_44_45_47_49_56_58_60_61_62_63_64_65_66_67_69_71_72_74_76_77_79_81_84_86_88_89_91_93_94_96_98_99_101_103_106_108_110_111_113_115_116_118_120_121_122_123_124_125_126;TICK;CX_11_6_13_8_15_10_23_18_25_20_33_28_35_30_37_32_45_40_47_42_57_51_59_53_79_74_81_76_89_84_91_86_101_96_103_98_111_106_113_108_123_118_125_120;CZ_12_7_14_9_24_19_26_21_34_29_36_31_46_41_48_43_56_50_58_52_78_73_80_75_88_83_90_85_92_87_100_95_102_97_110_105_112_107_114_109;DEPOLARIZE2(0.001)11_6_13_8_15_10_23_18_25_20_33_28_35_30_37_32_45_40_47_42_57_51_59_53_79_74_81_76_89_84_91_86_101_96_103_98_111_106_113_108_123_118_125_120_12_7_14_9_24_19_26_21_34_29_36_31_46_41_48_43_56_50_58_52_78_73_80_75_88_83_90_85_92_87_100_95_102_97_110_105_112_107_114_109;DEPOLARIZE1(0.001)0_1_2_3_4_5_16_17_22_27_38_39_44_49_54_55_60_61_62_63_64_65_66_67_68_69_70_71_72_77_82_93_94_99_104_115_116_117_119_121_122_124_126;TICK;CX_13_18_15_20_23_28_25_30_27_32_35_40_37_42_45_50_47_52_49_54_67_72_69_74_79_84_81_86_89_94_91_96_101_106_103_108_111_116_113_118;CZ_56_51_58_53;DEPOLARIZE2(0.001)13_18_15_20_23_28_25_30_27_32_35_40_37_42_45_50_47_52_49_54_67_72_69_74_79_84_81_86_89_94_91_96_101_106_103_108_111_116_113_118_56_51_58_53;DEPOLARIZE1(0.001)0_1_2_3_4_5_6_7_8_9_10_11_12_14_16_17_19_21_22_24_26_29_31_33_34_36_38_39_41_43_44_46_48_55_57_59_60_61_62_63_64_65_66_68_70_71_73_75_76_77_78_80_82_83_85_87_88_90_92_93_95_97_98_99_100_102_104_105_107_109_110_112_114_115_117_119_120_121_122_123_124_125_126;TICK;CX_11_17_13_19_15_21_23_29_25_31_33_39_35_41_37_43_45_51_47_53_61_66_62_56_63_68_64_58_65_70_67_73_69_75_79_85_81_87_89_95_91_97_101_107_103_109_111_117_113_119;DEPOLARIZE2(0.001)11_17_13_19_15_21_23_29_25_31_33_39_35_41_37_43_45_51_47_53_61_66_62_56_63_68_64_58_65_70_67_73_69_75_79_85_81_87_89_95_91_97_101_107_103_109_111_117_113_119;DEPOLARIZE1(0.001)0_1_2_3_4_5_6_7_8_9_10_12_14_16_18_20_22_24_26_27_28_30_32_34_36_38_40_42_44_46_48_49_50_52_54_55_57_59_60_71_72_74_76_77_78_80_82_83_84_86_88_90_92_93_94_96_98_99_100_102_104_105_106_108_110_112_114_115_116_118_120_121_122_123_124_125_126;TICK;CX_13_7_15_9_23_17_25_19_27_21_35_29_37_31_45_39_47_41_49_43_55_61_57_63_59_65_67_62_69_64_79_73_81_75_89_83_91_85_101_95_103_97_111_105_113_107_123_117_125_119;DEPOLARIZE2(0.001)13_7_15_9_23_17_25_19_27_21_35_29_37_31_45_39_47_41_49_43_55_61_57_63_59_65_67_62_69_64_79_73_81_75_89_83_91_85_101_95_103_97_111_105_113_107_123_117_125_119;DEPOLARIZE1(0.001)0_1_2_3_4_5_6_8_10_11_12_14_16_18_20_22_24_26_28_30_32_33_34_36_38_40_42_44_46_48_50_51_52_53_54_56_58_60_66_68_70_71_72_74_76_77_78_80_82_84_86_87_88_90_92_93_94_96_98_99_100_102_104_106_108_109_110_112_114_115_116_118_120_121_122_124_126;TICK;MX(0.001)2_4_11_12_13_14_15_23_24_25_26_27_33_34_35_36_37_45_46_47_48_49_55_57_59_67_69_72_73_74_75_76_78_79_80_81_82_83_84_85_86_87_88_89_90_91_92_94_95_96_97_98_100_101_102_103_104_105_106_107_108_109_110_111_112_113_114_116_117_118_119_120_123_125;M(0.001)6_7_8_9_10_17_18_19_20_21_28_29_30_31_32_39_40_41_42_43_50_51_52_53_54_56_58_61_62_63_64_65_66_68_70;DT(2,6,0)rec[-320];DT(18,4,0)rec[-287];DT(14,8,0)rec[-295];DT(4,8,0)rec[-315];DT(16,2,0)rec[-292];DT(0,4,0)rec[-325];DT(18,8,0)rec[-285];DT(8,4,0)rec[-307];DT(2,2,0)rec[-322];DT(22,4,0)rec[-278];DT(20,6,0)rec[-280];DT(14,4,0)rec[-297];DT(20,2,0)rec[-282];DT(16,6,0)rec[-290];DT(22,8,0)rec[-277];DT(8,8,0)rec[-305];DT(6,6,0)rec[-310];DT(0,8,0)rec[-324];DT(4,4,0)rec[-317];DT(6,2,0)rec[-312];DT(4,10,1)rec[-314]_rec[-260];DT(8,10,1)rec[-304]_rec[-250];DT(14,10,1)rec[-294]_rec[-240];DT(18,10,1)rec[-284]_rec[-230];DT(0,8,1)rec[-324]_rec[-270];DT(2,8,1)rec[-319]_rec[-265];DT(4,8,1)rec[-315]_rec[-261];DT(6,8,1)rec[-309]_rec[-255];DT(8,8,1)rec[-305]_rec[-251];DT(14,8,1)rec[-295]_rec[-241];DT(16,8,1)rec[-289]_rec[-235];DT(18,8,1)rec[-285]_rec[-231];DT(20,8,1)rec[-279]_rec[-225];DT(22,8,1)rec[-277]_rec[-223];DT(14,4,1)rec[-297]_rec[-243];DT(16,4,1)rec[-291]_rec[-237];DT(16,0,1)rec[-293]_rec[-239];DT(20,0,1)rec[-283]_rec[-229];DT(6,0,1)rec[-313]_rec[-259];DT(2,0,1)rec[-323]_rec[-269];DT(2,2,1)rec[-322]_rec[-268];DT(4,2,1)rec[-318]_rec[-264];DT(6,2,1)rec[-312]_rec[-258];DT(8,2,1)rec[-308]_rec[-254];DT(20,4,1)rec[-281]_rec[-227];DT(22,4,1)rec[-278]_rec[-224];DT(2,6,1)rec[-320]_rec[-266];DT(4,6,1)rec[-316]_rec[-262];DT(6,6,1)rec[-310]_rec[-256];DT(8,6,1)rec[-306]_rec[-252];DT(14,6,1)rec[-296]_rec[-242];DT(16,6,1)rec[-290]_rec[-236];DT(18,6,1)rec[-286]_rec[-232];DT(20,6,1)rec[-280]_rec[-226];DT(14,2,1)rec[-298]_rec[-244];DT(16,2,1)rec[-292]_rec[-238];DT(18,2,1)rec[-288]_rec[-234];DT(20,2,1)rec[-282]_rec[-228];DT(0,4,1)rec[-325]_rec[-271];DT(2,4,1)rec[-321]_rec[-267];DT(4,4,1)rec[-317]_rec[-263];DT(6,4,1)rec[-311]_rec[-257];DT(8,4,1)rec[-307]_rec[-253];DT(18,4,1)rec[-287]_rec[-233];DT(4,10,2)rec[-260]_rec[-206];DT(8,10,2)rec[-250]_rec[-196];DT(14,10,2)rec[-240]_rec[-186];DT(18,10,2)rec[-230]_rec[-176];DT(0,8,2)rec[-270]_rec[-216];DT(2,8,2)rec[-265]_rec[-211];DT(4,8,2)rec[-261]_rec[-207];DT(6,8,2)rec[-255]_rec[-201];DT(8,8,2)rec[-251]_rec[-197];DT(14,8,2)rec[-241]_rec[-187];DT(16,8,2)rec[-235]_rec[-181];DT(18,8,2)rec[-231]_rec[-177];DT(20,8,2)rec[-225]_rec[-171];DT(22,8,2)rec[-223]_rec[-169];DT(14,4,2)rec[-243]_rec[-189];DT(16,4,2)rec[-237]_rec[-183];DT(16,0,2)rec[-239]_rec[-185];DT(20,0,2)rec[-229]_rec[-175];DT(6,0,2)rec[-259]_rec[-205];DT(2,0,2)rec[-269]_rec[-215];DT(2,2,2)rec[-268]_rec[-214];DT(4,2,2)rec[-264]_rec[-210];DT(6,2,2)rec[-258]_rec[-204];DT(8,2,2)rec[-254]_rec[-200];DT(20,4,2)rec[-227]_rec[-173];DT(22,4,2)rec[-224]_rec[-170];DT(2,6,2)rec[-266]_rec[-212];DT(4,6,2)rec[-262]_rec[-208];DT(6,6,2)rec[-256]_rec[-202];DT(8,6,2)rec[-252]_rec[-198];DT(14,6,2)rec[-242]_rec[-188];DT(16,6,2)rec[-236]_rec[-182];DT(18,6,2)rec[-232]_rec[-178];DT(20,6,2)rec[-226]_rec[-172];DT(14,2,2)rec[-244]_rec[-190];DT(16,2,2)rec[-238]_rec[-184];DT(18,2,2)rec[-234]_rec[-180];DT(20,2,2)rec[-228]_rec[-174];DT(0,4,2)rec[-271]_rec[-217];DT(2,4,2)rec[-267]_rec[-213];DT(4,4,2)rec[-263]_rec[-209];DT(6,4,2)rec[-257]_rec[-203];DT(8,4,2)rec[-253]_rec[-199];DT(18,4,2)rec[-233]_rec[-179];DT(4,10,3)rec[-206]_rec[-152];DT(8,10,3)rec[-196]_rec[-142];DT(14,10,3)rec[-186]_rec[-132];DT(18,10,3)rec[-176]_rec[-122];DT(0,8,3)rec[-216]_rec[-162];DT(2,8,3)rec[-211]_rec[-157];DT(4,8,3)rec[-207]_rec[-153];DT(6,8,3)rec[-201]_rec[-147];DT(8,8,3)rec[-197]_rec[-143];DT(14,8,3)rec[-187]_rec[-133];DT(16,8,3)rec[-181]_rec[-127];DT(18,8,3)rec[-177]_rec[-123];DT(20,8,3)rec[-171]_rec[-117];DT(22,8,3)rec[-169]_rec[-115];DT(14,4,3)rec[-189]_rec[-135];DT(16,4,3)rec[-183]_rec[-129];DT(16,0,3)rec[-185]_rec[-131];DT(20,0,3)rec[-175]_rec[-121];DT(6,0,3)rec[-205]_rec[-151];DT(2,0,3)rec[-215]_rec[-161];DT(2,2,3)rec[-214]_rec[-160];DT(4,2,3)rec[-210]_rec[-156];DT(6,2,3)rec[-204]_rec[-150];DT(8,2,3)rec[-200]_rec[-146];DT(20,4,3)rec[-173]_rec[-119];DT(22,4,3)rec[-170]_rec[-116];DT(2,6,3)rec[-212]_rec[-158];DT(4,6,3)rec[-208]_rec[-154];DT(6,6,3)rec[-202]_rec[-148];DT(8,6,3)rec[-198]_rec[-144];DT(14,6,3)rec[-188]_rec[-134];DT(16,6,3)rec[-182]_rec[-128];DT(18,6,3)rec[-178]_rec[-124];DT(20,6,3)rec[-172]_rec[-118];DT(14,2,3)rec[-190]_rec[-136];DT(16,2,3)rec[-184]_rec[-130];DT(18,2,3)rec[-180]_rec[-126];DT(20,2,3)rec[-174]_rec[-120];DT(0,4,3)rec[-217]_rec[-163];DT(2,4,3)rec[-213]_rec[-159];DT(4,4,3)rec[-209]_rec[-155];DT(6,4,3)rec[-203]_rec[-149];DT(8,4,3)rec[-199]_rec[-145];DT(18,4,3)rec[-179]_rec[-125];DT(18,8,4)rec[-123]_rec[-54];DT(20,8,4)rec[-117]_rec[-43];DT(22,8,4)rec[-115]_rec[-36];DT(4,10,4)rec[-152]_rec[-98];DT(8,10,4)rec[-142]_rec[-88];DT(14,10,4)rec[-132]_rec[-73];DT(18,10,4)rec[-122]_rec[-53];DT(4,4,4)rec[-101]_rec[-29]_rec[-28]_rec[-24]_rec[-23];DT(6,6,4)rec[-94]_rec[-23]_rec[-22]_rec[-18]_rec[-17];DT(16,6,4)rec[-70]_rec[-69]_rec[-64]_rec[-60]_rec[-59];DT(8,8,4)rec[-89]_rec[-17]_rec[-16]_rec[-12]_rec[-11];DT(2,2,4)rec[-106]_rec[-35]_rec[-34]_rec[-30]_rec[-29];DT(0,4,4)rec[-109]_rec[-34]_rec[-33];DT(4,8,4)rec[-99]_rec[-27]_rec[-26]_rec[-22]_rec[-21];DT(18,8,4)rec[-59]_rec[-58]_rec[-54]_rec[-49]_rec[-48];DT(2,6,4)rec[-104]_rec[-33]_rec[-32]_rec[-28]_rec[-27];DT(20,6,4)rec[-50]_rec[-49]_rec[-44]_rec[-40]_rec[-39];DT(0,8,4)rec[-108]_rec[-32]_rec[-31];DT(22,8,4)rec[-39]_rec[-38]_rec[-36];DT(14,4,4)rec[-81]_rec[-80]_rec[-76]_rec[-71]_rec[-70];DT(18,6,4)rec[-124]_rec[-55];DT(20,6,4)rec[-118]_rec[-44];DT(0,8,4)rec[-162]_rec[-108];DT(2,8,4)rec[-157]_rec[-103];DT(4,8,4)rec[-153]_rec[-99];DT(6,8,4)rec[-147]_rec[-93];DT(8,8,4)rec[-143]_rec[-89];DT(14,8,4)rec[-79]_rec[-78]_rec[-74]_rec[-69]_rec[-68];DT(14,8,4)rec[-133]_rec[-74];DT(16,8,4)rec[-127]_rec[-63];DT(16,2,4)rec[-72]_rec[-71]_rec[-66]_rec[-62]_rec[-61];DT(2,4,4)rec[-159]_rec[-105];DT(16,0,4)rec[-131]_rec[-67];DT(20,0,4)rec[-121]_rec[-47];DT(6,0,4)rec[-151]_rec[-97];DT(2,0,4)rec[-161]_rec[-107];DT(2,2,4)rec[-160]_rec[-106];DT(4,2,4)rec[-156]_rec[-102];DT(6,2,4)rec[-150]_rec[-96];DT(8,2,4)rec[-146]_rec[-92];DT(6,2,4)rec[-96]_rec[-25]_rec[-24]_rec[-20]_rec[-19];DT(20,2,4)rec[-52]_rec[-51]_rec[-46]_rec[-42]_rec[-41];DT(18,4,4)rec[-125]_rec[-56];DT(20,4,4)rec[-119]_rec[-45];DT(22,4,4)rec[-41]_rec[-40]_rec[-37];DT(22,4,4)rec[-116]_rec[-37];DT(2,6,4)rec[-158]_rec[-104];DT(4,6,4)rec[-154]_rec[-100];DT(6,6,4)rec[-148]_rec[-94];DT(8,6,4)rec[-144]_rec[-90];DT(14,6,4)rec[-134]_rec[-75];DT(16,6,4)rec[-128]_rec[-64];DT(8,4,4)rec[-91]_rec[-19]_rec[-18]_rec[-14]_rec[-13];DT(14,2,4)rec[-136]_rec[-77];DT(16,2,4)rec[-130]_rec[-66];DT(18,2,4)rec[-126]_rec[-57];DT(20,2,4)rec[-120]_rec[-46];DT(0,4,4)rec[-163]_rec[-109];DT(4,4,4)rec[-155]_rec[-101];DT(6,4,4)rec[-149]_rec[-95];DT(8,4,4)rec[-145]_rec[-91];DT(14,4,4)rec[-135]_rec[-76];DT(16,4,4)rec[-129]_rec[-65];DT(18,4,4)rec[-61]_rec[-60]_rec[-56]_rec[-51]_rec[-50];DT(10,2,0)rec[-276];DT(10,6,0)rec[-275];DT(12,0,0)rec[-274];DT(12,4,0)rec[-273];DT(12,8,0)rec[-272];DT(10,2,0)rec[-222];DT(10,6,0)rec[-221];DT(12,0,0)rec[-220];DT(12,4,0)rec[-219];DT(12,8,0)rec[-218];DT(10,2,0)rec[-168];DT(10,6,0)rec[-167];DT(12,0,0)rec[-166];DT(12,4,0)rec[-165];DT(12,8,0)rec[-164];DT(10,2,0)rec[-114];DT(10,6,0)rec[-113];DT(12,0,0)rec[-112];DT(12,4,0)rec[-111];DT(12,8,0)rec[-110];DT(10,2,0)rec[-10];DT(10,6,0)rec[-9];DT(11,1,0)rec[-8];DT(11,3,0)rec[-7];DT(11,5,0)rec[-6];DT(11,7,0)rec[-5];DT(11,9,0)rec[-4];DT(12,0,0)rec[-3];DT(12,4,0)rec[-2];DT(12,8,0)rec[-1];DT(10,0,0)rec[-303]_rec[-249];DT(10,0,0)rec[-249]_rec[-195];DT(10,0,0)rec[-195]_rec[-141];DT(10,0,0)rec[-141]_rec[-87];DT(10,4,0)rec[-302]_rec[-248];DT(10,4,0)rec[-248]_rec[-194];DT(10,4,0)rec[-194]_rec[-140];DT(10,4,0)rec[-140]_rec[-86];DT(10,8,0)rec[-301]_rec[-247];DT(10,8,0)rec[-247]_rec[-193];DT(10,8,0)rec[-193]_rec[-139];DT(10,8,0)rec[-139]_rec[-85];DT(12,2,0)rec[-300];DT(12,2,0)rec[-300]_rec[-246];DT(12,2,0)rec[-246]_rec[-192];DT(12,2,0)rec[-192]_rec[-138];DT(12,2,0)rec[-138]_rec[-84];DT(12,6,0)rec[-299];DT(12,6,0)rec[-299]_rec[-245];DT(12,6,0)rec[-245]_rec[-191];DT(12,6,0)rec[-191]_rec[-137];DT(12,6,0)rec[-137]_rec[-83];OI(0)rec[-80]_rec[-70]_rec[-60]_rec[-50]_rec[-40]_rec[-33]_rec[-28]_rec[-23]_rec[-18]_rec[-13];DT(12,2,0)rec[-84]_rec[-15]_rec[-14]_rec[-82]_rec[-81];DT(12,6,0)rec[-83]_rec[-13]_rec[-12]_rec[-80]_rec[-79];DEPOLARIZE1(0.001)0_1_3_5_16_22_38_44_60_71_77_93_99_115_121_122_124_126_</a:t>
            </a:r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615906-8FEA-3045-9172-729FFF3A66A6}" type="slidenum">
              <a:rPr lang="en-IL" smtClean="0"/>
              <a:t>7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970149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algassert.com</a:t>
            </a:r>
            <a:r>
              <a:rPr lang="en-US" dirty="0"/>
              <a:t>/</a:t>
            </a:r>
            <a:r>
              <a:rPr lang="en-US" dirty="0" err="1"/>
              <a:t>crumble#circuit</a:t>
            </a:r>
            <a:r>
              <a:rPr lang="en-US" dirty="0"/>
              <a:t>=Q(0,2)0;Q(0,6)1;Q(0,10)2;Q(0,12)3;Q(0,16)4;Q(0,20)5;Q(1,1)6;Q(1,3)7;Q(1,5)8;Q(1,7)9;Q(1,9)10;Q(1,11)11;Q(1,13)12;Q(1,15)13;Q(1,17)14;Q(1,19)15;Q(1,21)16;Q(2,2)17;Q(2,4)18;Q(2,6)19;Q(2,8)20;Q(2,10)21;Q(2,12)22;Q(2,14)23;Q(2,16)24;Q(2,18)25;Q(2,20)26;Q(3,1)27;Q(3,3)28;Q(3,5)29;Q(3,7)30;Q(3,9)31;Q(3,11)32;Q(3,13)33;Q(3,15)34;Q(3,17)35;Q(3,19)36;Q(3,21)37;Q(4,0)38;Q(4,2)39;Q(4,4)40;Q(4,6)41;Q(4,8)42;Q(4,10)43;Q(4,12)44;Q(4,14)45;Q(4,16)46;Q(4,18)47;Q(4,20)48;Q(4,22)49;Q(5,1)50;Q(5,3)51;Q(5,5)52;Q(5,7)53;Q(5,9)54;Q(5,11)55;Q(5,13)56;Q(5,15)57;Q(5,17)58;Q(5,19)59;Q(5,21)60;Q(6,2)61;Q(6,4)62;Q(6,6)63;Q(6,8)64;Q(6,10)65;Q(6,12)66;Q(6,14)67;Q(6,16)68;Q(6,18)69;Q(6,20)70;Q(7,1)71;Q(7,3)72;Q(7,5)73;Q(7,7)74;Q(7,9)75;Q(7,11)76;Q(7,13)77;Q(7,15)78;Q(7,17)79;Q(7,19)80;Q(7,21)81;Q(8,0)82;Q(8,2)83;Q(8,4)84;Q(8,6)85;Q(8,8)86;Q(8,10)87;Q(8,12)88;Q(8,14)89;Q(8,16)90;Q(8,18)91;Q(8,20)92;Q(8,22)93;Q(9,1)94;Q(9,3)95;Q(9,5)96;Q(9,7)97;Q(9,9)98;Q(9,11)99;Q(9,13)100;Q(9,15)101;Q(9,17)102;Q(9,19)103;Q(9,21)104;Q(10,4)105;Q(10,8)106;Q(10,14)107;Q(10,18)108;R_2_6_7_8_9_10_11_22_27_28_29_30_31_32_43_50_51_52_53_54_55_66_71_72_73_74_75_76_87_94_95_96_97_98_99;RX_0_1_3_4_5_12_13_14_15_16_17_18_19_20_21_23_24_25_26_33_34_35_36_37_38_39_40_41_42_44_45_46_47_48_49_56_57_58_59_60_61_62_63_64_65_67_68_69_70_77_78_79_80_81_82_83_84_85_86_88_89_90_91_92_93_100_101_102_103_104_105_106_107_108;TICK;CX_3_11_21_32_44_55_65_76_88_99;CZ_17_6_19_8_23_12_25_14_40_28_42_30_46_34_48_36_61_50_63_52_67_56_69_58_84_72_86_74_90_78_92_80_107_100_108_102;TICK;CX_11_2_32_22_55_43_76_66_99_87;CZ_4_14_5_16_17_28_19_30_21_31_23_34_25_36_38_50_40_52_42_54_46_58_48_60_61_72_63_74_65_75_67_78_69_80_82_94_84_96_86_98_90_102_92_104;TICK;CX_22_12_66_56;CZ_4_13_5_15_17_27_19_29_21_10_23_33_25_35_40_51_42_53_46_57_48_59_61_71_63_73_65_54_67_77_69_79_84_95_86_97_90_101_92_103;TICK;CX_18_8_20_10_22_33_24_14_26_16_39_28_41_30_45_34_47_36_62_52_64_54_66_77_68_58_70_60_83_72_85_74_89_78_91_80_105_96_106_98;CZ_3_12_17_7_19_9_23_13_25_15_38_27_40_29_42_31_44_56_46_35_48_37_61_51_63_53_67_57_69_59_82_71_84_73_86_75_88_100_90_79_92_81_107_101_108_103;TICK;CX_0_6_1_8_18_28_20_30_24_34_26_36_39_50_41_52_43_31_45_56_47_58_49_60_62_72_64_74_68_78_70_80_83_94_85_96_87_75_89_100_91_102_93_104;CZ_44_33_88_77;TICK;CX_0_7_1_9_2_10_11_3_18_29_20_31_24_35_26_37_32_21_39_51_41_53_43_54_45_57_47_59_55_44_62_73_64_75_68_79_70_81_76_65_83_95_85_97_87_98_89_101_91_103_99_88;TICK;CX_2_11_18_7_20_9_22_32_24_13_26_15_39_27_41_29_43_55_45_33_47_35_49_37_62_51_64_53_66_76_68_57_70_59_83_71_85_73_87_99_89_77_91_79_93_81_105_95_106_97;TICK;M_3_21_44_65_88;MX_0_1_2_4_5_17_18_19_20_22_23_24_25_26_38_39_40_41_42_43_45_46_47_48_49_61_62_63_64_66_67_68_69_70_82_83_84_85_86_87_89_90_91_92_93_105_106_107_108;DT(0,12,0)rec[-54];DT(2,10,0)rec[-53];DT(4,12,0)rec[-52];DT(6,10,0)rec[-51];DT(8,12,0)rec[-50];DT(2,2,0)rec[-44];DT(2,6,0)rec[-42];DT(2,12,0)rec[-40];DT(2,16,0)rec[-38];DT(2,20,0)rec[-36];DT(4,0,0)rec[-35];DT(4,4,0)rec[-33];DT(4,8,0)rec[-31];DT(4,14,0)rec[-29];DT(4,18,0)rec[-27];DT(4,22,0)rec[-25];DT(6,2,0)rec[-24];DT(6,6,0)rec[-22];DT(6,12,0)rec[-20];DT(6,16,0)rec[-18];DT(6,20,0)rec[-16];DT(8,0,0)rec[-15];DT(8,4,0)rec[-13];DT(8,8,0)rec[-11];DT(8,14,0)rec[-9];DT(8,18,0)rec[-7];DT(8,22,0)rec[-5];TICK;R_2_22_43_66_87;RX_0_1_3_4_5_17_18_19_20_21_23_24_25_26_38_39_40_41_42_44_45_46_47_48_49_61_62_63_64_65_67_68_69_70_82_83_84_85_86_88_89_90_91_92_93_105_106_107_108;TICK;CX_3_11_21_32_44_55_65_76_88_99;CZ_17_6_19_8_23_12_25_14_40_28_42_30_46_34_48_36_61_50_63_52_67_56_69_58_84_72_86_74_90_78_92_80_107_100_108_102;TICK;CX_11_2_32_22_55_43_76_66_99_87;CZ_4_14_5_16_17_28_19_30_21_31_23_34_25_36_38_50_40_52_42_54_46_58_48_60_61_72_63_74_65_75_67_78_69_80_82_94_84_96_86_98_90_102_92_104;TICK;CX_22_12_66_56;CZ_4_13_5_15_17_27_19_29_21_10_23_33_25_35_40_51_42_53_46_57_48_59_61_71_63_73_65_54_67_77_69_79_84_95_86_97_90_101_92_103;TICK;CX_18_8_20_10_22_33_24_14_26_16_39_28_41_30_45_34_47_36_62_52_64_54_66_77_68_58_70_60_83_72_85_74_89_78_91_80_105_96_106_98;CZ_3_12_17_7_19_9_23_13_25_15_38_27_40_29_42_31_44_56_46_35_48_37_61_51_63_53_67_57_69_59_82_71_84_73_86_75_88_100_90_79_92_81_107_101_108_103;TICK;CX_0_6_1_8_18_28_20_30_24_34_26_36_39_50_41_52_43_31_45_56_47_58_49_60_62_72_64_74_68_78_70_80_83_94_85_96_87_75_89_100_91_102_93_104;CZ_44_33_88_77;TICK;CX_0_7_1_9_2_10_11_3_18_29_20_31_24_35_26_37_32_21_39_51_41_53_43_54_45_57_47_59_55_44_62_73_64_75_68_79_70_81_76_65_83_95_85_97_87_98_89_101_91_103_99_88;TICK;CX_2_11_18_7_20_9_22_32_24_13_26_15_39_27_41_29_43_55_45_33_47_35_49_37_62_51_64_53_66_76_68_57_70_59_83_71_85_73_87_99_89_77_91_79_93_81_105_95_106_97;TICK;M_3_21_44_65_88;MX_0_1_2_4_5_17_18_19_20_22_23_24_25_26_38_39_40_41_42_43_45_46_47_48_49_61_62_63_64_66_67_68_69_70_82_83_84_85_86_87_89_90_91_92_93_105_106_107_108;DT(0,12,1)rec[-54];DT(2,10,1)rec[-53];DT(4,12,1)rec[-52];DT(6,10,1)rec[-51];DT(8,12,1)rec[-50];DT(0,2,1)rec[-49]_rec[-103];DT(0,6,1)rec[-48]_rec[-102];DT(0,10,1)rec[-47]_rec[-101];DT(0,16,1)rec[-46]_rec[-100];DT(0,20,1)rec[-45]_rec[-99];DT(2,2,1)rec[-44]_rec[-98];DT(2,4,1)rec[-43]_rec[-97];DT(2,6,1)rec[-42]_rec[-96];DT(2,8,1)rec[-41]_rec[-95];DT(2,12,1)rec[-40]_rec[-94];DT(2,14,1)rec[-39]_rec[-93];DT(2,16,1)rec[-38]_rec[-92];DT(2,18,1)rec[-37]_rec[-91];DT(2,20,1)rec[-36]_rec[-90];DT(4,0,1)rec[-35]_rec[-89];DT(4,2,1)rec[-34]_rec[-88];DT(4,4,1)rec[-33]_rec[-87];DT(4,6,1)rec[-32]_rec[-86];DT(4,8,1)rec[-31]_rec[-85];DT(4,10,1)rec[-30]_rec[-84];DT(4,14,1)rec[-29]_rec[-83];DT(4,16,1)rec[-28]_rec[-82];DT(4,18,1)rec[-27]_rec[-81];DT(4,20,1)rec[-26]_rec[-80];DT(4,22,1)rec[-25]_rec[-79];DT(6,2,1)rec[-24]_rec[-78];DT(6,4,1)rec[-23]_rec[-77];DT(6,6,1)rec[-22]_rec[-76];DT(6,8,1)rec[-21]_rec[-75];DT(6,12,1)rec[-20]_rec[-74];DT(6,14,1)rec[-19]_rec[-73];DT(6,16,1)rec[-18]_rec[-72];DT(6,18,1)rec[-17]_rec[-71];DT(6,20,1)rec[-16]_rec[-70];DT(8,0,1)rec[-15]_rec[-69];DT(8,2,1)rec[-14]_rec[-68];DT(8,4,1)rec[-13]_rec[-67];DT(8,6,1)rec[-12]_rec[-66];DT(8,8,1)rec[-11]_rec[-65];DT(8,10,1)rec[-10]_rec[-64];DT(8,14,1)rec[-9]_rec[-63];DT(8,16,1)rec[-8]_rec[-62];DT(8,18,1)rec[-7]_rec[-61];DT(8,20,1)rec[-6]_rec[-60];DT(8,22,1)rec[-5]_rec[-59];DT(10,4,1)rec[-4]_rec[-58];DT(10,8,1)rec[-3]_rec[-57];DT(10,14,1)rec[-2]_rec[-56];DT(10,18,1)rec[-1]_rec[-55];TICK;R_2_22_43_66_87;RX_0_1_3_4_5_17_18_19_20_21_23_24_25_26_38_39_40_41_42_44_45_46_47_48_49_61_62_63_64_65_67_68_69_70_82_83_84_85_86_88_89_90_91_92_93_105_106_107_108;TICK;CX_3_11_21_32_44_55_65_76_88_99;CZ_17_6_19_8_23_12_25_14_40_28_42_30_46_34_48_36_61_50_63_52_67_56_69_58_84_72_86_74_90_78_92_80_107_100_108_102;TICK;CX_11_2_32_22_55_43_76_66_99_87;CZ_4_14_5_16_17_28_19_30_21_31_23_34_25_36_38_50_40_52_42_54_46_58_48_60_61_72_63_74_65_75_67_78_69_80_82_94_84_96_86_98_90_102_92_104;TICK;CX_22_12_66_56;CZ_4_13_5_15_17_27_19_29_21_10_23_33_25_35_40_51_42_53_46_57_48_59_61_71_63_73_65_54_67_77_69_79_84_95_86_97_90_101_92_103;TICK;CX_18_8_20_10_22_33_24_14_26_16_39_28_41_30_45_34_47_36_62_52_64_54_66_77_68_58_70_60_83_72_85_74_89_78_91_80_105_96_106_98;CZ_3_12_17_7_19_9_23_13_25_15_38_27_40_29_42_31_44_56_46_35_48_37_61_51_63_53_67_57_69_59_82_71_84_73_86_75_88_100_90_79_92_81_107_101_108_103;TICK;CX_0_6_1_8_18_28_20_30_24_34_26_36_39_50_41_52_43_31_45_56_47_58_49_60_62_72_64_74_68_78_70_80_83_94_85_96_87_75_89_100_91_102_93_104;CZ_44_33_88_77;TICK;CX_0_7_1_9_2_10_11_3_18_29_20_31_24_35_26_37_32_21_39_51_41_53_43_54_45_57_47_59_55_44_62_73_64_75_68_79_70_81_76_65_83_95_85_97_87_98_89_101_91_103_99_88;TICK;CX_2_11_18_7_20_9_22_32_24_13_26_15_39_27_41_29_43_55_45_33_47_35_49_37_62_51_64_53_66_76_68_57_70_59_83_71_85_73_87_99_89_77_91_79_93_81_105_95_106_97;TICK;M_3_21_44_65_88;MX_0_1_2_4_5_17_18_19_20_22_23_24_25_26_38_39_40_41_42_43_45_46_47_48_49_61_62_63_64_66_67_68_69_70_82_83_84_85_86_87_89_90_91_92_93_105_106_107_108;DT(0,12,2)rec[-54];DT(2,10,2)rec[-53];DT(4,12,2)rec[-52];DT(6,10,2)rec[-51];DT(8,12,2)rec[-50];DT(0,2,2)rec[-49]_rec[-103];DT(0,6,2)rec[-48]_rec[-102];DT(0,10,2)rec[-47]_rec[-101];DT(0,16,2)rec[-46]_rec[-100];DT(0,20,2)rec[-45]_rec[-99];DT(2,2,2)rec[-44]_rec[-98];DT(2,4,2)rec[-43]_rec[-97];DT(2,6,2)rec[-42]_rec[-96];DT(2,8,2)rec[-41]_rec[-95];DT(2,12,2)rec[-40]_rec[-94];DT(2,14,2)rec[-39]_rec[-93];DT(2,16,2)rec[-38]_rec[-92];DT(2,18,2)rec[-37]_rec[-91];DT(2,20,2)rec[-36]_rec[-90];DT(4,0,2)rec[-35]_rec[-89];DT(4,2,2)rec[-34]_rec[-88];DT(4,4,2)rec[-33]_rec[-87];DT(4,6,2)rec[-32]_rec[-86];DT(4,8,2)rec[-31]_rec[-85];DT(4,10,2)rec[-30]_rec[-84];DT(4,14,2)rec[-29]_rec[-83];DT(4,16,2)rec[-28]_rec[-82];DT(4,18,2)rec[-27]_rec[-81];DT(4,20,2)rec[-26]_rec[-80];DT(4,22,2)rec[-25]_rec[-79];DT(6,2,2)rec[-24]_rec[-78];DT(6,4,2)rec[-23]_rec[-77];DT(6,6,2)rec[-22]_rec[-76];DT(6,8,2)rec[-21]_rec[-75];DT(6,12,2)rec[-20]_rec[-74];DT(6,14,2)rec[-19]_rec[-73];DT(6,16,2)rec[-18]_rec[-72];DT(6,18,2)rec[-17]_rec[-71];DT(6,20,2)rec[-16]_rec[-70];DT(8,0,2)rec[-15]_rec[-69];DT(8,2,2)rec[-14]_rec[-68];DT(8,4,2)rec[-13]_rec[-67];DT(8,6,2)rec[-12]_rec[-66];DT(8,8,2)rec[-11]_rec[-65];DT(8,10,2)rec[-10]_rec[-64];DT(8,14,2)rec[-9]_rec[-63];DT(8,16,2)rec[-8]_rec[-62];DT(8,18,2)rec[-7]_rec[-61];DT(8,20,2)rec[-6]_rec[-60];DT(8,22,2)rec[-5]_rec[-59];DT(10,4,2)rec[-4]_rec[-58];DT(10,8,2)rec[-3]_rec[-57];DT(10,14,2)rec[-2]_rec[-56];DT(10,18,2)rec[-1]_rec[-55];TICK;R_2_22_43_66_87;RX_0_1_3_4_5_17_18_19_20_21_23_24_25_26_38_39_40_41_42_44_45_46_47_48_49_61_62_63_64_65_67_68_69_70_82_83_84_85_86_88_89_90_91_92_93_105_106_107_108;TICK;CX_3_11_21_32_44_55_65_76_88_99;CZ_17_6_19_8_23_12_25_14_40_28_42_30_46_34_48_36_61_50_63_52_67_56_69_58_84_72_86_74_90_78_92_80_107_100_108_102;TICK;CX_11_2_32_22_55_43_76_66_99_87;CZ_4_14_5_16_17_28_19_30_21_31_23_34_25_36_38_50_40_52_42_54_46_58_48_60_61_72_63_74_65_75_67_78_69_80_82_94_84_96_86_98_90_102_92_104;TICK;CX_22_12_66_56;CZ_4_13_5_15_17_27_19_29_21_10_23_33_25_35_40_51_42_53_46_57_48_59_61_71_63_73_65_54_67_77_69_79_84_95_86_97_90_101_92_103;TICK;CX_18_8_20_10_22_33_24_14_26_16_39_28_41_30_45_34_47_36_62_52_64_54_66_77_68_58_70_60_83_72_85_74_89_78_91_80_105_96_106_98;CZ_3_12_17_7_19_9_23_13_25_15_38_27_40_29_42_31_44_56_46_35_48_37_61_51_63_53_67_57_69_59_82_71_84_73_86_75_88_100_90_79_92_81_107_101_108_103;TICK;CX_0_6_1_8_18_28_20_30_24_34_26_36_39_50_41_52_43_31_45_56_47_58_49_60_62_72_64_74_68_78_70_80_83_94_85_96_87_75_89_100_91_102_93_104;CZ_44_33_88_77;TICK;CX_0_7_1_9_2_10_11_3_18_29_20_31_24_35_26_37_32_21_39_51_41_53_43_54_45_57_47_59_55_44_62_73_64_75_68_79_70_81_76_65_83_95_85_97_87_98_89_101_91_103_99_88;TICK;CX_2_11_18_7_20_9_22_32_24_13_26_15_39_27_41_29_43_55_45_33_47_35_49_37_62_51_64_53_66_76_68_57_70_59_83_71_85_73_87_99_89_77_91_79_93_81_105_95_106_97;TICK;M_3_21_44_65_88;MX_0_1_2_4_5_17_18_19_20_22_23_24_25_26_38_39_40_41_42_43_45_46_47_48_49_61_62_63_64_66_67_68_69_70_82_83_84_85_86_87_89_90_91_92_93_105_106_107_108;DT(0,12,3)rec[-54];DT(2,10,3)rec[-53];DT(4,12,3)rec[-52];DT(6,10,3)rec[-51];DT(8,12,3)rec[-50];DT(0,2,3)rec[-49]_rec[-103];DT(0,6,3)rec[-48]_rec[-102];DT(0,10,3)rec[-47]_rec[-101];DT(0,16,3)rec[-46]_rec[-100];DT(0,20,3)rec[-45]_rec[-99];DT(2,2,3)rec[-44]_rec[-98];DT(2,4,3)rec[-43]_rec[-97];DT(2,6,3)rec[-42]_rec[-96];DT(2,8,3)rec[-41]_rec[-95];DT(2,12,3)rec[-40]_rec[-94];DT(2,14,3)rec[-39]_rec[-93];DT(2,16,3)rec[-38]_rec[-92];DT(2,18,3)rec[-37]_rec[-91];DT(2,20,3)rec[-36]_rec[-90];DT(4,0,3)rec[-35]_rec[-89];DT(4,2,3)rec[-34]_rec[-88];DT(4,4,3)rec[-33]_rec[-87];DT(4,6,3)rec[-32]_rec[-86];DT(4,8,3)rec[-31]_rec[-85];DT(4,10,3)rec[-30]_rec[-84];DT(4,14,3)rec[-29]_rec[-83];DT(4,16,3)rec[-28]_rec[-82];DT(4,18,3)rec[-27]_rec[-81];DT(4,20,3)rec[-26]_rec[-80];DT(4,22,3)rec[-25]_rec[-79];DT(6,2,3)rec[-24]_rec[-78];DT(6,4,3)rec[-23]_rec[-77];DT(6,6,3)rec[-22]_rec[-76];DT(6,8,3)rec[-21]_rec[-75];DT(6,12,3)rec[-20]_rec[-74];DT(6,14,3)rec[-19]_rec[-73];DT(6,16,3)rec[-18]_rec[-72];DT(6,18,3)rec[-17]_rec[-71];DT(6,20,3)rec[-16]_rec[-70];DT(8,0,3)rec[-15]_rec[-69];DT(8,2,3)rec[-14]_rec[-68];DT(8,4,3)rec[-13]_rec[-67];DT(8,6,3)rec[-12]_rec[-66];DT(8,8,3)rec[-11]_rec[-65];DT(8,10,3)rec[-10]_rec[-64];DT(8,14,3)rec[-9]_rec[-63];DT(8,16,3)rec[-8]_rec[-62];DT(8,18,3)rec[-7]_rec[-61];DT(8,20,3)rec[-6]_rec[-60];DT(8,22,3)rec[-5]_rec[-59];DT(10,4,3)rec[-4]_rec[-58];DT(10,8,3)rec[-3]_rec[-57];DT(10,14,3)rec[-2]_rec[-56];DT(10,18,3)rec[-1]_rec[-55];TICK;R_2_22_43_66_87;RX_0_1_3_4_5_17_18_19_20_21_23_24_25_26_38_39_40_41_42_44_45_46_47_48_49_61_62_63_64_65_67_68_69_70_82_83_84_85_86_88_89_90_91_92_93_105_106_107_108;TICK;CX_3_11_21_32_44_55_65_76_88_99;CZ_17_6_19_8_23_12_25_14_40_28_42_30_46_34_48_36_61_50_63_52_67_56_69_58_84_72_86_74_90_78_92_80_107_100_108_102;TICK;CX_11_2_32_22_55_43_76_66_99_87;CZ_4_14_5_16_17_28_19_30_21_31_23_34_25_36_38_50_40_52_42_54_46_58_48_60_61_72_63_74_65_75_67_78_69_80_82_94_84_96_86_98_90_102_92_104;TICK;CX_22_12_66_56;CZ_4_13_5_15_17_27_19_29_21_10_23_33_25_35_40_51_42_53_46_57_48_59_61_71_63_73_65_54_67_77_69_79_84_95_86_97_90_101_92_103;TICK;CX_18_8_20_10_22_33_24_14_26_16_39_28_41_30_45_34_47_36_62_52_64_54_66_77_68_58_70_60_83_72_85_74_89_78_91_80_105_96_106_98;CZ_3_12_17_7_19_9_23_13_25_15_38_27_40_29_42_31_44_56_46_35_48_37_61_51_63_53_67_57_69_59_82_71_84_73_86_75_88_100_90_79_92_81_107_101_108_103;TICK;CX_0_6_1_8_18_28_20_30_24_34_26_36_39_50_41_52_43_31_45_56_47_58_49_60_62_72_64_74_68_78_70_80_83_94_85_96_87_75_89_100_91_102_93_104;CZ_44_33_88_77;TICK;CX_0_7_1_9_2_10_11_3_18_29_20_31_24_35_26_37_32_21_39_51_41_53_43_54_45_57_47_59_55_44_62_73_64_75_68_79_70_81_76_65_83_95_85_97_87_98_89_101_91_103_99_88;TICK;CX_2_11_18_7_20_9_22_32_24_13_26_15_39_27_41_29_43_55_45_33_47_35_49_37_62_51_64_53_66_76_68_57_70_59_83_71_85_73_87_99_89_77_91_79_93_81_105_95_106_97;TICK;M_3_6_7_8_9_10_11_21_27_28_29_30_31_32_44_50_51_52_53_54_55_65_71_72_73_74_75_76_88_94_95_96_97_98_99;MX_0_1_2_4_5_12_13_14_15_16_17_18_19_20_22_23_24_25_26_33_34_35_36_37_38_39_40_41_42_43_45_46_47_48_49_56_57_58_59_60_61_62_63_64_66_67_68_69_70_77_78_79_80_81_82_83_84_85_86_87_89_90_91_92_93_100_101_102_103_104_105_106_107_108;DT(0,12,4)rec[-109];DT(1,11,4)rec[-103];DT(2,10,4)rec[-102];DT(3,11,4)rec[-96];DT(4,12,4)rec[-95];DT(5,11,4)rec[-89];DT(6,10,4)rec[-88];DT(7,11,4)rec[-82];DT(8,12,4)rec[-81];DT(9,11,4)rec[-75];DT(0,2,4)rec[-74]_rec[-158];DT(0,6,4)rec[-73]_rec[-157];DT(0,10,4)rec[-72]_rec[-156];DT(0,16,4)rec[-71]_rec[-155];DT(0,20,4)rec[-70]_rec[-154];DT(2,2,4)rec[-64]_rec[-100]_rec[-101]_rec[-107]_rec[-108];DT(2,2,5)rec[-64]_rec[-153];DT(2,4,4)rec[-63]_rec[-152];DT(2,6,4)rec[-62]_rec[-98]_rec[-99]_rec[-105]_rec[-106];DT(2,6,5)rec[-62]_rec[-151];DT(2,8,4)rec[-61]_rec[-150];DT(2,12,4)rec[-60]_rec[-149];DT(2,14,4)rec[-59]_rec[-148];DT(2,16,4)rec[-58]_rec[-147];DT(2,18,4)rec[-57]_rec[-146];DT(2,20,4)rec[-56]_rec[-145];DT(1,9,4)rec[-55]_rec[-60]_rec[-69]_rec[-97]_rec[-104];DT(1,15,4)rec[-53]_rec[-54]_rec[-58]_rec[-67]_rec[-68];DT(1,19,4)rec[-51]_rec[-52]_rec[-56]_rec[-65]_rec[-66];DT(4,0,4)rec[-50]_rec[-144];DT(3,1,4)rec[-50]_rec[-94]_rec[-101];DT(4,2,4)rec[-49]_rec[-143];DT(4,4,4)rec[-48]_rec[-92]_rec[-93]_rec[-99]_rec[-100];DT(4,4,5)rec[-48]_rec[-142];DT(4,6,4)rec[-47]_rec[-141];DT(4,8,4)rec[-46]_rec[-90]_rec[-91]_rec[-97]_rec[-98];DT(4,8,5)rec[-46]_rec[-140];DT(4,10,4)rec[-45]_rec[-139];DT(4,14,4)rec[-44]_rec[-138];DT(4,16,4)rec[-43]_rec[-137];DT(4,18,4)rec[-42]_rec[-136];DT(4,20,4)rec[-41]_rec[-135];DT(4,22,4)rec[-40]_rec[-134];DT(3,13,4)rec[-38]_rec[-39]_rec[-44]_rec[-54]_rec[-55];DT(3,17,4)rec[-36]_rec[-37]_rec[-42]_rec[-52]_rec[-53];DT(3,21,4)rec[-35]_rec[-40]_rec[-51];DT(6,2,4)rec[-34]_rec[-133];DT(5,1,4)rec[-34]_rec[-86]_rec[-87]_rec[-93]_rec[-94];DT(6,4,4)rec[-33]_rec[-132];DT(6,6,4)rec[-32]_rec[-84]_rec[-85]_rec[-91]_rec[-92];DT(6,6,5)rec[-32]_rec[-131];DT(6,8,4)rec[-31]_rec[-130];DT(6,12,4)rec[-30]_rec[-129];DT(6,14,4)rec[-29]_rec[-128];DT(6,16,4)rec[-28]_rec[-127];DT(6,18,4)rec[-27]_rec[-126];DT(6,20,4)rec[-26]_rec[-125];DT(5,9,4)rec[-25]_rec[-30]_rec[-39]_rec[-83]_rec[-90];DT(5,15,4)rec[-23]_rec[-24]_rec[-28]_rec[-37]_rec[-38];DT(5,19,4)rec[-21]_rec[-22]_rec[-26]_rec[-35]_rec[-36];DT(8,0,4)rec[-20]_rec[-80]_rec[-87];DT(8,0,5)rec[-20]_rec[-124];DT(8,2,4)rec[-19]_rec[-123];DT(8,4,4)rec[-18]_rec[-78]_rec[-79]_rec[-85]_rec[-86];DT(8,4,5)rec[-18]_rec[-122];DT(8,6,4)rec[-17]_rec[-121];DT(8,8,4)rec[-16]_rec[-76]_rec[-77]_rec[-83]_rec[-84];DT(8,8,5)rec[-16]_rec[-120];DT(8,10,4)rec[-15]_rec[-119];DT(8,14,4)rec[-14]_rec[-118];DT(8,16,4)rec[-13]_rec[-117];DT(8,18,4)rec[-12]_rec[-116];DT(8,20,4)rec[-11]_rec[-115];DT(8,22,4)rec[-10]_rec[-114];DT(7,13,4)rec[-8]_rec[-9]_rec[-14]_rec[-24]_rec[-25];DT(7,17,4)rec[-6]_rec[-7]_rec[-12]_rec[-22]_rec[-23];DT(7,21,4)rec[-5]_rec[-10]_rec[-21];DT(10,4,4)rec[-4]_rec[-113];DT(10,8,4)rec[-3]_rec[-112];DT(10,14,4)rec[-2]_rec[-111];DT(10,18,4)rec[-1]_rec[-110];OI(0)rec[-35]_rec[-36]_rec[-37]_rec[-38]_rec[-39]_rec[-90]_rec[-91]_rec[-92]_rec[-93]_rec[-94]</a:t>
            </a:r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615906-8FEA-3045-9172-729FFF3A66A6}" type="slidenum">
              <a:rPr lang="en-IL" smtClean="0"/>
              <a:t>8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7363060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615906-8FEA-3045-9172-729FFF3A66A6}" type="slidenum">
              <a:rPr lang="en-IL" smtClean="0"/>
              <a:t>9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6539314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91E55F-648D-9F8D-62C7-FC63ECC54E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2A9D9FA-672C-9039-6728-F31E90E790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C186E7-4619-8AD1-D4FC-DE9F6FAD7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40BB8E-62FA-0445-A282-ED22967A1017}" type="datetimeFigureOut">
              <a:rPr lang="en-IL" smtClean="0"/>
              <a:t>23/12/2025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6481B2-18D8-4EB3-12BF-E3C20F8F4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3883EB-2C90-797C-D332-2D3F32CFDE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296B4-7C57-ED41-B040-D176016B9E6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0013456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E778A5-980E-F510-42F7-1ECD796287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B4D1E6-0E34-54EC-71EF-3143B0A248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E9FEAA-16D8-CEA7-704C-436FE0D26F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40BB8E-62FA-0445-A282-ED22967A1017}" type="datetimeFigureOut">
              <a:rPr lang="en-IL" smtClean="0"/>
              <a:t>23/12/2025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B35DD1-A67C-D327-12FA-4B97174F79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F8CE2F-0A77-3256-1FDA-60EEC8635B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296B4-7C57-ED41-B040-D176016B9E6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2311461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01FA75-F07D-B96D-3753-2D0583AF80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E542A9-3809-BB65-B9CF-741BF7FF35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6AD1C8-F4F5-EE2B-2C34-800F1B0BF8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40BB8E-62FA-0445-A282-ED22967A1017}" type="datetimeFigureOut">
              <a:rPr lang="en-IL" smtClean="0"/>
              <a:t>23/12/2025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ADC492-D856-E369-07FD-F96FEA1ECF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EB8312-F94E-5F40-73F8-7A9DE3416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296B4-7C57-ED41-B040-D176016B9E6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601749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FEECE9-A89E-3473-5104-DAD0D0E0B9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D97486-70DE-8D63-3F24-F25B9735D8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C3BA52-A5F6-33DA-2E94-8EBF7A18EA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D322DA-85DE-87E8-112C-EACB8A57B5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40BB8E-62FA-0445-A282-ED22967A1017}" type="datetimeFigureOut">
              <a:rPr lang="en-IL" smtClean="0"/>
              <a:t>23/12/2025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0CEE3E-F2B7-1970-7AF6-7390E446C2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5D8C00-6116-4E8C-41C3-9F0262ACA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296B4-7C57-ED41-B040-D176016B9E6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0518493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02DCEE-C57D-861D-0ACE-907C57EB49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C311BA-3BAE-8BC6-013E-2F4D40BB72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6CBEC2-C1E8-B5B0-DED3-E4833A69CF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EDBF2F6-4CDB-DE3E-B3E9-D3E4667EF5C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7BF7584-D9A7-37E9-91B8-DFFBB75229F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A24CE2F-CDB5-D460-5EEA-7FF5F910ED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40BB8E-62FA-0445-A282-ED22967A1017}" type="datetimeFigureOut">
              <a:rPr lang="en-IL" smtClean="0"/>
              <a:t>23/12/2025</a:t>
            </a:fld>
            <a:endParaRPr lang="en-I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23DE1F2-C76E-3021-DE61-F666D121DC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DDD0AE4-663C-48B0-EE9A-43D5C18C60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296B4-7C57-ED41-B040-D176016B9E6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71632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13BCA0-7A13-94F1-6834-4FB44C5B2A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485F8C6-C5D0-F464-0486-9AF79AF37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40BB8E-62FA-0445-A282-ED22967A1017}" type="datetimeFigureOut">
              <a:rPr lang="en-IL" smtClean="0"/>
              <a:t>23/12/2025</a:t>
            </a:fld>
            <a:endParaRPr lang="en-I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B6E80F-7DC4-98D0-B7BC-618A68ED5D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EAAB5E-42EB-6E98-3B3F-103E453E67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296B4-7C57-ED41-B040-D176016B9E6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4169294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F6DD699-10B3-0283-81E4-03AB018644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40BB8E-62FA-0445-A282-ED22967A1017}" type="datetimeFigureOut">
              <a:rPr lang="en-IL" smtClean="0"/>
              <a:t>23/12/2025</a:t>
            </a:fld>
            <a:endParaRPr lang="en-I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60D09B4-D07A-E61F-3B25-5FDE61260C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0AE175-6FF2-D46B-94F8-588EE388E2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296B4-7C57-ED41-B040-D176016B9E6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1134013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5FDC28-2182-C4FB-179F-A29902366B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71D77E-D88E-03F1-76AC-382840E665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E23DA5-28E7-9561-5D99-2CA2D6390E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2DAD4B-74D6-CE75-8C77-0C7DB22AB0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40BB8E-62FA-0445-A282-ED22967A1017}" type="datetimeFigureOut">
              <a:rPr lang="en-IL" smtClean="0"/>
              <a:t>23/12/2025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46BF3E-704F-FC2B-DA44-4C54893DB2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1330DA-015E-ADF2-ECE1-D6B046B985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296B4-7C57-ED41-B040-D176016B9E6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7312711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BAD4F4-1339-9E16-8F23-1A771F3ABF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BFE6283-22E8-1248-91C5-7F296BB7C26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B2E3B0-18E5-F729-12F3-957B79E506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0295B9-5A3C-3AE3-3B73-E70759EEC5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40BB8E-62FA-0445-A282-ED22967A1017}" type="datetimeFigureOut">
              <a:rPr lang="en-IL" smtClean="0"/>
              <a:t>23/12/2025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1F85BA-1985-D0A9-33A7-B5CEFF2700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3ED902-9967-9557-E3EC-10595E1FD2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296B4-7C57-ED41-B040-D176016B9E6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8221141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D8B493-4799-0C02-F021-0C749D1433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54B4AFC-AADD-8C4D-B51E-4BEAD55B1F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C47EF6-BED4-21A1-6AB1-7CC1042BC5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40BB8E-62FA-0445-A282-ED22967A1017}" type="datetimeFigureOut">
              <a:rPr lang="en-IL" smtClean="0"/>
              <a:t>23/12/2025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39AE55-4021-3AB1-AE33-07396617DE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2F0C59-0747-2A9B-8557-1789F61FF8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296B4-7C57-ED41-B040-D176016B9E6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2452920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D4FA863-75B2-655B-9016-EB6BFBB8D42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BA60B6-24F7-F0C3-24D7-E142F9EEFD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461771-A20B-ACD8-4C43-0616AA43B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40BB8E-62FA-0445-A282-ED22967A1017}" type="datetimeFigureOut">
              <a:rPr lang="en-IL" smtClean="0"/>
              <a:t>23/12/2025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7CF6DC-B987-298E-3A16-CFE241BC24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ADC555-1DC0-811E-A1A2-80A18BC1C0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296B4-7C57-ED41-B040-D176016B9E6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7158151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29B8C59-AE77-9645-FE8D-8773D47399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8FD0D1-903F-348F-0F56-0832012592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02986F-BD23-E663-AE1D-437678F6F8B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40BB8E-62FA-0445-A282-ED22967A1017}" type="datetimeFigureOut">
              <a:rPr lang="en-IL" smtClean="0"/>
              <a:t>23/12/2025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7432EA-2D1B-55EA-4364-4F93243F9C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976629-EA33-E135-DBD0-778D7CE7CC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D296B4-7C57-ED41-B040-D176016B9E6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143377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algassert.com/crumble#circuit=Q(0,4)0;Q(1,1)1;Q(1,3)2;Q(1,5)3;Q(2,0)4;Q(2,2)5;Q(2,4)6;Q(3,1)7;Q(3,3)8;Q(3,5)9;Q(4,2)10;Q(4,4)11;Q(4,6)12;Q(5,1)13;Q(5,3)14;Q(5,5)15;Q(6,2)16;R_1_2_3_7_8_9_13_14_15;RX_0_4_5_6_10_11_12_16;TICK;CX_6_2_10_7_12_9;TICK;CX_4_7_6_9_10_14;TICK;CX_4_1_6_3_10_8;CZ_5_2_11_9_16_14;TICK;CX_6_8_10_13_12_15;CZ_0_2_5_7_11_14;TICK;CZ_0_3_5_8_11_15;TICK;CZ_5_1_11_8_16_13;TICK;MX_0_4_5_6_10_11_12_16;DT(0,4,0)rec[-8];DT(2,2,0)rec[-6];DT(4,4,0)rec[-3];DT(6,2,0)rec[-1];TICK;RX_0_4_5_6_10_11_12_16;TICK;CX_6_2_10_7_12_9;TICK;CX_4_7_6_9_10_14;TICK;CX_4_1_6_3_10_8;CZ_5_2_11_9_16_14;TICK;CX_6_8_10_13_12_15;CZ_0_2_5_7_11_14;TICK;CZ_0_3_5_8_11_15;TICK;CZ_5_1_11_8_16_13;TICK;MX_0_4_5_6_10_11_12_16;DT(0,4,1)rec[-8]_rec[-16];DT(2,0,1)rec[-7]_rec[-15];DT(2,2,1)rec[-6]_rec[-14];DT(2,4,1)rec[-5]_rec[-13];DT(4,2,1)rec[-4]_rec[-12];DT(4,4,1)rec[-3]_rec[-11];DT(4,6,1)rec[-2]_rec[-10];DT(6,2,1)rec[-1]_rec[-9];TICK;RX_0_4_5_6_10_11_12_16;TICK;CX_6_2_10_7_12_9;TICK;CX_4_7_6_9_10_14;TICK;CX_4_1_6_3_10_8;CZ_5_2_11_9_16_14;TICK;CX_6_8_10_13_12_15;CZ_0_2_5_7_11_14;TICK;CZ_0_3_5_8_11_15;TICK;CZ_5_1_11_8_16_13;TICK;M_1_2_3_7_8_9_13_14_15;MX_0_4_5_6_10_11_12_16;DT(0,4,2)rec[-8]_rec[-25];DT(1,3,2)rec[-8]_rec[-15]_rec[-16];DT(2,0,2)rec[-7]_rec[-24];DT(2,2,2)rec[-6]_rec[-23];DT(1,1,2)rec[-6]_rec[-13]_rec[-14]_rec[-16]_rec[-17];DT(2,4,2)rec[-5]_rec[-22];DT(4,2,2)rec[-4]_rec[-21];DT(4,4,2)rec[-3]_rec[-9]_rec[-10]_rec[-12]_rec[-13];DT(4,4,3)rec[-3]_rec[-20];DT(4,6,2)rec[-2]_rec[-19];DT(6,2,2)rec[-1]_rec[-18];DT(5,1,2)rec[-1]_rec[-10]_rec[-11];OI(0)rec[-10]_rec[-13]_rec[-16]" TargetMode="External"/><Relationship Id="rId5" Type="http://schemas.openxmlformats.org/officeDocument/2006/relationships/hyperlink" Target="https://algassert.com/crumble#circuit=Q(0,4)0;Q(1,1)1;Q(1,3)2;Q(1,5)3;Q(2,0)4;Q(2,2)5;Q(2,4)6;Q(3,1)7;Q(3,3)8;Q(3,5)9;Q(4,2)10;Q(4,4)11;Q(4,6)12;Q(5,1)13;Q(5,3)14;Q(5,5)15;Q(6,2)16;R_1_2_3_7_8_9_13_14_15;RX_0_4_5_6_10_11_12_16;TICK;CX_6_2_10_7_12_9;CZ_5_1_11_8_16_13;TICK;CX_6_8_10_13_12_15;CZ_0_2;TICK;CX_4_1_6_3_10_8;CZ_5_2_11_9_16_14;TICK;CZ_5_7_11_14;TICK;CX_4_7_6_9_10_14;CZ_0_3_5_8_11_15;TICK;TICK;MX_0_4_5_6_10_11_12_16;DT(0,4,0)rec[-8];DT(2,2,0)rec[-6];DT(4,4,0)rec[-3];DT(6,2,0)rec[-1];TICK;RX_0_4_5_6_10_11_12_16;TICK;CX_6_2_10_7_12_9;CZ_5_1_11_8_16_13;TICK;CX_6_8_10_13_12_15;CZ_0_2;TICK;CX_4_1_6_3_10_8;CZ_5_2_11_9_16_14;TICK;CZ_5_7_11_14;TICK;CX_4_7_6_9_10_14;CZ_0_3_5_8_11_15;TICK;TICK;MX_0_4_5_6_10_11_12_16;DT(0,4,1)rec[-8]_rec[-16];DT(2,0,1)rec[-7]_rec[-15];DT(2,2,1)rec[-6]_rec[-14];DT(2,4,1)rec[-5]_rec[-13];DT(4,2,1)rec[-4]_rec[-12];DT(4,4,1)rec[-3]_rec[-11];DT(4,6,1)rec[-2]_rec[-10];DT(6,2,1)rec[-1]_rec[-9];TICK;RX_0_4_5_6_10_11_12_16;TICK;CX_6_2_10_7_12_9;CZ_5_1_11_8_16_13;TICK;CX_6_8_10_13_12_15;CZ_0_2;TICK;CX_4_1_6_3_10_8;CZ_5_2_11_9_16_14;TICK;CZ_5_7_11_14;TICK;CX_4_7_6_9_10_14;CZ_0_3_5_8_11_15;TICK;TICK;M_1_2_3_7_8_9_13_14_15;MX_0_4_5_6_10_11_12_16;DT(0,4,2)rec[-8]_rec[-25];DT(1,3,2)rec[-8]_rec[-15]_rec[-16];DT(2,0,2)rec[-7]_rec[-24];DT(2,2,2)rec[-6]_rec[-23];DT(1,1,2)rec[-6]_rec[-13]_rec[-14]_rec[-16]_rec[-17];DT(2,4,2)rec[-5]_rec[-22];DT(4,2,2)rec[-4]_rec[-21];DT(4,4,2)rec[-3]_rec[-9]_rec[-10]_rec[-12]_rec[-13];DT(4,4,3)rec[-3]_rec[-20];DT(4,6,2)rec[-2]_rec[-19];DT(6,2,2)rec[-1]_rec[-18];DT(5,1,2)rec[-1]_rec[-10]_rec[-11];OI(0)rec[-10]_rec[-13]_rec[-16]" TargetMode="Externa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emf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3" Type="http://schemas.openxmlformats.org/officeDocument/2006/relationships/customXml" Target="../ink/ink6.xml"/><Relationship Id="rId18" Type="http://schemas.openxmlformats.org/officeDocument/2006/relationships/image" Target="../media/image32.png"/><Relationship Id="rId26" Type="http://schemas.openxmlformats.org/officeDocument/2006/relationships/image" Target="../media/image36.png"/><Relationship Id="rId39" Type="http://schemas.openxmlformats.org/officeDocument/2006/relationships/customXml" Target="../ink/ink19.xml"/><Relationship Id="rId21" Type="http://schemas.openxmlformats.org/officeDocument/2006/relationships/customXml" Target="../ink/ink10.xml"/><Relationship Id="rId34" Type="http://schemas.openxmlformats.org/officeDocument/2006/relationships/image" Target="../media/image40.png"/><Relationship Id="rId42" Type="http://schemas.openxmlformats.org/officeDocument/2006/relationships/image" Target="../media/image44.png"/><Relationship Id="rId47" Type="http://schemas.openxmlformats.org/officeDocument/2006/relationships/customXml" Target="../ink/ink23.xml"/><Relationship Id="rId50" Type="http://schemas.openxmlformats.org/officeDocument/2006/relationships/image" Target="../media/image48.png"/><Relationship Id="rId7" Type="http://schemas.openxmlformats.org/officeDocument/2006/relationships/customXml" Target="../ink/ink3.xml"/><Relationship Id="rId2" Type="http://schemas.openxmlformats.org/officeDocument/2006/relationships/image" Target="../media/image24.png"/><Relationship Id="rId16" Type="http://schemas.openxmlformats.org/officeDocument/2006/relationships/image" Target="../media/image31.png"/><Relationship Id="rId29" Type="http://schemas.openxmlformats.org/officeDocument/2006/relationships/customXml" Target="../ink/ink14.xml"/><Relationship Id="rId11" Type="http://schemas.openxmlformats.org/officeDocument/2006/relationships/customXml" Target="../ink/ink5.xml"/><Relationship Id="rId24" Type="http://schemas.openxmlformats.org/officeDocument/2006/relationships/image" Target="../media/image35.png"/><Relationship Id="rId32" Type="http://schemas.openxmlformats.org/officeDocument/2006/relationships/image" Target="../media/image39.png"/><Relationship Id="rId37" Type="http://schemas.openxmlformats.org/officeDocument/2006/relationships/customXml" Target="../ink/ink18.xml"/><Relationship Id="rId40" Type="http://schemas.openxmlformats.org/officeDocument/2006/relationships/image" Target="../media/image43.png"/><Relationship Id="rId45" Type="http://schemas.openxmlformats.org/officeDocument/2006/relationships/customXml" Target="../ink/ink22.xml"/><Relationship Id="rId5" Type="http://schemas.openxmlformats.org/officeDocument/2006/relationships/customXml" Target="../ink/ink2.xml"/><Relationship Id="rId15" Type="http://schemas.openxmlformats.org/officeDocument/2006/relationships/customXml" Target="../ink/ink7.xml"/><Relationship Id="rId23" Type="http://schemas.openxmlformats.org/officeDocument/2006/relationships/customXml" Target="../ink/ink11.xml"/><Relationship Id="rId28" Type="http://schemas.openxmlformats.org/officeDocument/2006/relationships/image" Target="../media/image37.png"/><Relationship Id="rId36" Type="http://schemas.openxmlformats.org/officeDocument/2006/relationships/image" Target="../media/image41.png"/><Relationship Id="rId49" Type="http://schemas.openxmlformats.org/officeDocument/2006/relationships/customXml" Target="../ink/ink24.xml"/><Relationship Id="rId10" Type="http://schemas.openxmlformats.org/officeDocument/2006/relationships/image" Target="../media/image28.png"/><Relationship Id="rId19" Type="http://schemas.openxmlformats.org/officeDocument/2006/relationships/customXml" Target="../ink/ink9.xml"/><Relationship Id="rId31" Type="http://schemas.openxmlformats.org/officeDocument/2006/relationships/customXml" Target="../ink/ink15.xml"/><Relationship Id="rId44" Type="http://schemas.openxmlformats.org/officeDocument/2006/relationships/image" Target="../media/image45.png"/><Relationship Id="rId4" Type="http://schemas.openxmlformats.org/officeDocument/2006/relationships/image" Target="../media/image25.png"/><Relationship Id="rId9" Type="http://schemas.openxmlformats.org/officeDocument/2006/relationships/customXml" Target="../ink/ink4.xml"/><Relationship Id="rId14" Type="http://schemas.openxmlformats.org/officeDocument/2006/relationships/image" Target="../media/image30.png"/><Relationship Id="rId22" Type="http://schemas.openxmlformats.org/officeDocument/2006/relationships/image" Target="../media/image34.png"/><Relationship Id="rId27" Type="http://schemas.openxmlformats.org/officeDocument/2006/relationships/customXml" Target="../ink/ink13.xml"/><Relationship Id="rId30" Type="http://schemas.openxmlformats.org/officeDocument/2006/relationships/image" Target="../media/image38.png"/><Relationship Id="rId35" Type="http://schemas.openxmlformats.org/officeDocument/2006/relationships/customXml" Target="../ink/ink17.xml"/><Relationship Id="rId43" Type="http://schemas.openxmlformats.org/officeDocument/2006/relationships/customXml" Target="../ink/ink21.xml"/><Relationship Id="rId48" Type="http://schemas.openxmlformats.org/officeDocument/2006/relationships/image" Target="../media/image47.png"/><Relationship Id="rId8" Type="http://schemas.openxmlformats.org/officeDocument/2006/relationships/image" Target="../media/image27.png"/><Relationship Id="rId3" Type="http://schemas.openxmlformats.org/officeDocument/2006/relationships/customXml" Target="../ink/ink1.xml"/><Relationship Id="rId12" Type="http://schemas.openxmlformats.org/officeDocument/2006/relationships/image" Target="../media/image29.png"/><Relationship Id="rId17" Type="http://schemas.openxmlformats.org/officeDocument/2006/relationships/customXml" Target="../ink/ink8.xml"/><Relationship Id="rId25" Type="http://schemas.openxmlformats.org/officeDocument/2006/relationships/customXml" Target="../ink/ink12.xml"/><Relationship Id="rId33" Type="http://schemas.openxmlformats.org/officeDocument/2006/relationships/customXml" Target="../ink/ink16.xml"/><Relationship Id="rId38" Type="http://schemas.openxmlformats.org/officeDocument/2006/relationships/image" Target="../media/image42.png"/><Relationship Id="rId46" Type="http://schemas.openxmlformats.org/officeDocument/2006/relationships/image" Target="../media/image46.png"/><Relationship Id="rId20" Type="http://schemas.openxmlformats.org/officeDocument/2006/relationships/image" Target="../media/image33.png"/><Relationship Id="rId41" Type="http://schemas.openxmlformats.org/officeDocument/2006/relationships/customXml" Target="../ink/ink2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13" Type="http://schemas.openxmlformats.org/officeDocument/2006/relationships/customXml" Target="../ink/ink30.xml"/><Relationship Id="rId18" Type="http://schemas.openxmlformats.org/officeDocument/2006/relationships/image" Target="../media/image57.png"/><Relationship Id="rId26" Type="http://schemas.openxmlformats.org/officeDocument/2006/relationships/image" Target="../media/image61.png"/><Relationship Id="rId3" Type="http://schemas.openxmlformats.org/officeDocument/2006/relationships/customXml" Target="../ink/ink25.xml"/><Relationship Id="rId21" Type="http://schemas.openxmlformats.org/officeDocument/2006/relationships/customXml" Target="../ink/ink34.xml"/><Relationship Id="rId7" Type="http://schemas.openxmlformats.org/officeDocument/2006/relationships/customXml" Target="../ink/ink27.xml"/><Relationship Id="rId12" Type="http://schemas.openxmlformats.org/officeDocument/2006/relationships/image" Target="../media/image54.png"/><Relationship Id="rId17" Type="http://schemas.openxmlformats.org/officeDocument/2006/relationships/customXml" Target="../ink/ink32.xml"/><Relationship Id="rId25" Type="http://schemas.openxmlformats.org/officeDocument/2006/relationships/customXml" Target="../ink/ink36.xml"/><Relationship Id="rId2" Type="http://schemas.openxmlformats.org/officeDocument/2006/relationships/image" Target="../media/image49.png"/><Relationship Id="rId16" Type="http://schemas.openxmlformats.org/officeDocument/2006/relationships/image" Target="../media/image56.png"/><Relationship Id="rId20" Type="http://schemas.openxmlformats.org/officeDocument/2006/relationships/image" Target="../media/image58.png"/><Relationship Id="rId29" Type="http://schemas.openxmlformats.org/officeDocument/2006/relationships/image" Target="../media/image6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.png"/><Relationship Id="rId11" Type="http://schemas.openxmlformats.org/officeDocument/2006/relationships/customXml" Target="../ink/ink29.xml"/><Relationship Id="rId24" Type="http://schemas.openxmlformats.org/officeDocument/2006/relationships/image" Target="../media/image60.png"/><Relationship Id="rId5" Type="http://schemas.openxmlformats.org/officeDocument/2006/relationships/customXml" Target="../ink/ink26.xml"/><Relationship Id="rId15" Type="http://schemas.openxmlformats.org/officeDocument/2006/relationships/customXml" Target="../ink/ink31.xml"/><Relationship Id="rId23" Type="http://schemas.openxmlformats.org/officeDocument/2006/relationships/customXml" Target="../ink/ink35.xml"/><Relationship Id="rId28" Type="http://schemas.openxmlformats.org/officeDocument/2006/relationships/image" Target="../media/image62.png"/><Relationship Id="rId10" Type="http://schemas.openxmlformats.org/officeDocument/2006/relationships/image" Target="../media/image53.png"/><Relationship Id="rId19" Type="http://schemas.openxmlformats.org/officeDocument/2006/relationships/customXml" Target="../ink/ink33.xml"/><Relationship Id="rId4" Type="http://schemas.openxmlformats.org/officeDocument/2006/relationships/image" Target="../media/image50.png"/><Relationship Id="rId9" Type="http://schemas.openxmlformats.org/officeDocument/2006/relationships/customXml" Target="../ink/ink28.xml"/><Relationship Id="rId14" Type="http://schemas.openxmlformats.org/officeDocument/2006/relationships/image" Target="../media/image55.png"/><Relationship Id="rId22" Type="http://schemas.openxmlformats.org/officeDocument/2006/relationships/image" Target="../media/image59.png"/><Relationship Id="rId27" Type="http://schemas.openxmlformats.org/officeDocument/2006/relationships/customXml" Target="../ink/ink3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0.png"/><Relationship Id="rId4" Type="http://schemas.openxmlformats.org/officeDocument/2006/relationships/image" Target="../media/image69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AFF78-57E9-144C-E616-B4EB47116A4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L" dirty="0"/>
              <a:t>Sydrome extraction</a:t>
            </a:r>
            <a:br>
              <a:rPr lang="en-IL" dirty="0"/>
            </a:br>
            <a:r>
              <a:rPr lang="en-IL" dirty="0"/>
              <a:t>“off-the-hook”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FA442C2-2481-1A4D-B50F-0387C0BAB41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L" dirty="0"/>
              <a:t>Gilad Kishony</a:t>
            </a:r>
          </a:p>
        </p:txBody>
      </p:sp>
    </p:spTree>
    <p:extLst>
      <p:ext uri="{BB962C8B-B14F-4D97-AF65-F5344CB8AC3E}">
        <p14:creationId xmlns:p14="http://schemas.microsoft.com/office/powerpoint/2010/main" val="15398877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4722A32-64FE-A525-4124-B6DE430697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4772" y="185965"/>
            <a:ext cx="4483100" cy="20447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672947B-CF76-0883-51DD-3DF027553A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9020" y="185965"/>
            <a:ext cx="691681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94916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E558404A-278E-CD69-16CD-B3ED62BD988A}"/>
              </a:ext>
            </a:extLst>
          </p:cNvPr>
          <p:cNvGrpSpPr/>
          <p:nvPr/>
        </p:nvGrpSpPr>
        <p:grpSpPr>
          <a:xfrm>
            <a:off x="3947260" y="1222350"/>
            <a:ext cx="860622" cy="859536"/>
            <a:chOff x="4248912" y="1670304"/>
            <a:chExt cx="860622" cy="859536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A1F0D6D4-52F5-C395-49FF-10425CC14518}"/>
                </a:ext>
              </a:extLst>
            </p:cNvPr>
            <p:cNvSpPr/>
            <p:nvPr/>
          </p:nvSpPr>
          <p:spPr>
            <a:xfrm>
              <a:off x="4297680" y="1719072"/>
              <a:ext cx="780288" cy="780288"/>
            </a:xfrm>
            <a:prstGeom prst="rect">
              <a:avLst/>
            </a:prstGeom>
            <a:solidFill>
              <a:schemeClr val="accent1">
                <a:alpha val="45623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0E026B26-C995-CFB2-289E-5BAAAF48B784}"/>
                </a:ext>
              </a:extLst>
            </p:cNvPr>
            <p:cNvSpPr txBox="1"/>
            <p:nvPr/>
          </p:nvSpPr>
          <p:spPr>
            <a:xfrm>
              <a:off x="4248912" y="1670304"/>
              <a:ext cx="26321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L" sz="1200" dirty="0"/>
                <a:t>1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ED9EEB3B-78FC-317A-C0E0-C3BEA4312692}"/>
                </a:ext>
              </a:extLst>
            </p:cNvPr>
            <p:cNvSpPr txBox="1"/>
            <p:nvPr/>
          </p:nvSpPr>
          <p:spPr>
            <a:xfrm>
              <a:off x="4846320" y="2252841"/>
              <a:ext cx="26321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L" sz="1200" dirty="0"/>
                <a:t>2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41F27B03-988D-FA4B-E76C-ACE3AC2F84D4}"/>
                </a:ext>
              </a:extLst>
            </p:cNvPr>
            <p:cNvSpPr txBox="1"/>
            <p:nvPr/>
          </p:nvSpPr>
          <p:spPr>
            <a:xfrm>
              <a:off x="4255008" y="2240649"/>
              <a:ext cx="26321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L" sz="1200" dirty="0"/>
                <a:t>3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A18A60BD-776F-02FF-0823-A708108B1239}"/>
                </a:ext>
              </a:extLst>
            </p:cNvPr>
            <p:cNvSpPr txBox="1"/>
            <p:nvPr/>
          </p:nvSpPr>
          <p:spPr>
            <a:xfrm>
              <a:off x="4846320" y="1676400"/>
              <a:ext cx="26321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L" sz="1200" dirty="0"/>
                <a:t>4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B8BD4E38-1938-8DF5-C7F4-5087AAB0F5BE}"/>
              </a:ext>
            </a:extLst>
          </p:cNvPr>
          <p:cNvGrpSpPr/>
          <p:nvPr/>
        </p:nvGrpSpPr>
        <p:grpSpPr>
          <a:xfrm>
            <a:off x="4730721" y="1221264"/>
            <a:ext cx="860622" cy="859536"/>
            <a:chOff x="4248912" y="1670304"/>
            <a:chExt cx="860622" cy="85953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A373B84-FA12-F02E-EF03-3917613A706D}"/>
                </a:ext>
              </a:extLst>
            </p:cNvPr>
            <p:cNvSpPr/>
            <p:nvPr/>
          </p:nvSpPr>
          <p:spPr>
            <a:xfrm>
              <a:off x="4297680" y="1719072"/>
              <a:ext cx="780288" cy="780288"/>
            </a:xfrm>
            <a:prstGeom prst="rect">
              <a:avLst/>
            </a:prstGeom>
            <a:solidFill>
              <a:srgbClr val="FF0000">
                <a:alpha val="45623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85E33732-B3D8-B6C2-250D-07D4AF488833}"/>
                </a:ext>
              </a:extLst>
            </p:cNvPr>
            <p:cNvSpPr txBox="1"/>
            <p:nvPr/>
          </p:nvSpPr>
          <p:spPr>
            <a:xfrm>
              <a:off x="4248912" y="1670304"/>
              <a:ext cx="26321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L" sz="1200" dirty="0"/>
                <a:t>6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F7824B7C-C352-99D1-2BD4-129B4231414F}"/>
                </a:ext>
              </a:extLst>
            </p:cNvPr>
            <p:cNvSpPr txBox="1"/>
            <p:nvPr/>
          </p:nvSpPr>
          <p:spPr>
            <a:xfrm>
              <a:off x="4846320" y="2252841"/>
              <a:ext cx="26321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L" sz="1200" dirty="0"/>
                <a:t>5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7180ACA1-C461-312A-824E-65BFF7BB75F5}"/>
                </a:ext>
              </a:extLst>
            </p:cNvPr>
            <p:cNvSpPr txBox="1"/>
            <p:nvPr/>
          </p:nvSpPr>
          <p:spPr>
            <a:xfrm>
              <a:off x="4255008" y="2240649"/>
              <a:ext cx="26321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L" sz="1200" dirty="0"/>
                <a:t>3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76039DDB-6128-C6E8-4956-AF18C3577AAB}"/>
                </a:ext>
              </a:extLst>
            </p:cNvPr>
            <p:cNvSpPr txBox="1"/>
            <p:nvPr/>
          </p:nvSpPr>
          <p:spPr>
            <a:xfrm>
              <a:off x="4846320" y="1676400"/>
              <a:ext cx="26321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L" sz="1200" dirty="0"/>
                <a:t>4</a:t>
              </a: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59A2A46C-3FF4-AB81-E40F-5026EEF912C1}"/>
              </a:ext>
            </a:extLst>
          </p:cNvPr>
          <p:cNvGrpSpPr/>
          <p:nvPr/>
        </p:nvGrpSpPr>
        <p:grpSpPr>
          <a:xfrm>
            <a:off x="5514182" y="1221264"/>
            <a:ext cx="860622" cy="859536"/>
            <a:chOff x="4248912" y="1670304"/>
            <a:chExt cx="860622" cy="859536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9936FBEC-4AF1-7751-BB29-0F6411AB903C}"/>
                </a:ext>
              </a:extLst>
            </p:cNvPr>
            <p:cNvSpPr/>
            <p:nvPr/>
          </p:nvSpPr>
          <p:spPr>
            <a:xfrm>
              <a:off x="4297680" y="1719072"/>
              <a:ext cx="780288" cy="780288"/>
            </a:xfrm>
            <a:prstGeom prst="rect">
              <a:avLst/>
            </a:prstGeom>
            <a:solidFill>
              <a:schemeClr val="accent1">
                <a:alpha val="45623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DE650F1F-696A-2A8C-1234-19F0BC6DE314}"/>
                </a:ext>
              </a:extLst>
            </p:cNvPr>
            <p:cNvSpPr txBox="1"/>
            <p:nvPr/>
          </p:nvSpPr>
          <p:spPr>
            <a:xfrm>
              <a:off x="4248912" y="1670304"/>
              <a:ext cx="26321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L" sz="1200" dirty="0"/>
                <a:t>1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007767CF-B92B-943D-77BB-FBC6E9588C0A}"/>
                </a:ext>
              </a:extLst>
            </p:cNvPr>
            <p:cNvSpPr txBox="1"/>
            <p:nvPr/>
          </p:nvSpPr>
          <p:spPr>
            <a:xfrm>
              <a:off x="4846320" y="2252841"/>
              <a:ext cx="26321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L" sz="1200" dirty="0"/>
                <a:t>2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B5C6E4BE-6DE5-6AD3-DC34-3ABDDCC9D231}"/>
                </a:ext>
              </a:extLst>
            </p:cNvPr>
            <p:cNvSpPr txBox="1"/>
            <p:nvPr/>
          </p:nvSpPr>
          <p:spPr>
            <a:xfrm>
              <a:off x="4255008" y="2240649"/>
              <a:ext cx="26321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L" sz="1200" dirty="0"/>
                <a:t>3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B755C612-1290-1689-BD46-EDA4220464EB}"/>
                </a:ext>
              </a:extLst>
            </p:cNvPr>
            <p:cNvSpPr txBox="1"/>
            <p:nvPr/>
          </p:nvSpPr>
          <p:spPr>
            <a:xfrm>
              <a:off x="4846320" y="1676400"/>
              <a:ext cx="26321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L" sz="1200" dirty="0"/>
                <a:t>4</a:t>
              </a: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C33C0A88-F748-1FAE-068C-46570DD50AC2}"/>
              </a:ext>
            </a:extLst>
          </p:cNvPr>
          <p:cNvGrpSpPr/>
          <p:nvPr/>
        </p:nvGrpSpPr>
        <p:grpSpPr>
          <a:xfrm>
            <a:off x="3949850" y="2001139"/>
            <a:ext cx="860622" cy="859536"/>
            <a:chOff x="4248912" y="1670304"/>
            <a:chExt cx="860622" cy="859536"/>
          </a:xfrm>
        </p:grpSpPr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E4F76F7A-CFC0-A436-5AAE-7FF53872F344}"/>
                </a:ext>
              </a:extLst>
            </p:cNvPr>
            <p:cNvSpPr/>
            <p:nvPr/>
          </p:nvSpPr>
          <p:spPr>
            <a:xfrm>
              <a:off x="4297680" y="1719072"/>
              <a:ext cx="780288" cy="780288"/>
            </a:xfrm>
            <a:prstGeom prst="rect">
              <a:avLst/>
            </a:prstGeom>
            <a:solidFill>
              <a:srgbClr val="FF0000">
                <a:alpha val="45623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/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23FAA599-EA79-F7A6-CB54-BFA37A19A1D1}"/>
                </a:ext>
              </a:extLst>
            </p:cNvPr>
            <p:cNvSpPr txBox="1"/>
            <p:nvPr/>
          </p:nvSpPr>
          <p:spPr>
            <a:xfrm>
              <a:off x="4248912" y="1670304"/>
              <a:ext cx="26321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L" sz="1200" dirty="0"/>
                <a:t>6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38F45DDD-BD6E-2665-0502-E15DD8B97D1B}"/>
                </a:ext>
              </a:extLst>
            </p:cNvPr>
            <p:cNvSpPr txBox="1"/>
            <p:nvPr/>
          </p:nvSpPr>
          <p:spPr>
            <a:xfrm>
              <a:off x="4846320" y="2252841"/>
              <a:ext cx="26321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L" sz="1200" dirty="0"/>
                <a:t>5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84FA9635-AAB6-050F-9E6C-3450D10A692A}"/>
                </a:ext>
              </a:extLst>
            </p:cNvPr>
            <p:cNvSpPr txBox="1"/>
            <p:nvPr/>
          </p:nvSpPr>
          <p:spPr>
            <a:xfrm>
              <a:off x="4255008" y="2240649"/>
              <a:ext cx="26321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L" sz="1200" dirty="0"/>
                <a:t>3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5CF5F830-E357-FDD0-AD36-36C980CACA66}"/>
                </a:ext>
              </a:extLst>
            </p:cNvPr>
            <p:cNvSpPr txBox="1"/>
            <p:nvPr/>
          </p:nvSpPr>
          <p:spPr>
            <a:xfrm>
              <a:off x="4846320" y="1676400"/>
              <a:ext cx="26321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L" sz="1200" dirty="0"/>
                <a:t>4</a:t>
              </a: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4EF231CF-9433-B562-FB08-40527736FA26}"/>
              </a:ext>
            </a:extLst>
          </p:cNvPr>
          <p:cNvGrpSpPr/>
          <p:nvPr/>
        </p:nvGrpSpPr>
        <p:grpSpPr>
          <a:xfrm>
            <a:off x="4733311" y="2001139"/>
            <a:ext cx="860622" cy="859536"/>
            <a:chOff x="4248912" y="1670304"/>
            <a:chExt cx="860622" cy="859536"/>
          </a:xfrm>
        </p:grpSpPr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A6F9B15A-6022-FA80-4F54-052D79BA1CF2}"/>
                </a:ext>
              </a:extLst>
            </p:cNvPr>
            <p:cNvSpPr/>
            <p:nvPr/>
          </p:nvSpPr>
          <p:spPr>
            <a:xfrm>
              <a:off x="4297680" y="1719072"/>
              <a:ext cx="780288" cy="780288"/>
            </a:xfrm>
            <a:prstGeom prst="rect">
              <a:avLst/>
            </a:prstGeom>
            <a:solidFill>
              <a:schemeClr val="accent1">
                <a:alpha val="45623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/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17A0CCAE-1E33-6FD7-B602-E346C7B9F23F}"/>
                </a:ext>
              </a:extLst>
            </p:cNvPr>
            <p:cNvSpPr txBox="1"/>
            <p:nvPr/>
          </p:nvSpPr>
          <p:spPr>
            <a:xfrm>
              <a:off x="4248912" y="1670304"/>
              <a:ext cx="26321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L" sz="1200" dirty="0"/>
                <a:t>1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3EC09836-528A-7416-93B5-95CB33FBF8B3}"/>
                </a:ext>
              </a:extLst>
            </p:cNvPr>
            <p:cNvSpPr txBox="1"/>
            <p:nvPr/>
          </p:nvSpPr>
          <p:spPr>
            <a:xfrm>
              <a:off x="4846320" y="2252841"/>
              <a:ext cx="26321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L" sz="1200" dirty="0"/>
                <a:t>2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F61D46C4-28AC-D0E4-4D0A-0F7E84EB9526}"/>
                </a:ext>
              </a:extLst>
            </p:cNvPr>
            <p:cNvSpPr txBox="1"/>
            <p:nvPr/>
          </p:nvSpPr>
          <p:spPr>
            <a:xfrm>
              <a:off x="4255008" y="2240649"/>
              <a:ext cx="26321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L" sz="1200" dirty="0"/>
                <a:t>3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E5229620-07F2-E37C-32D7-3D0610CDC2BC}"/>
                </a:ext>
              </a:extLst>
            </p:cNvPr>
            <p:cNvSpPr txBox="1"/>
            <p:nvPr/>
          </p:nvSpPr>
          <p:spPr>
            <a:xfrm>
              <a:off x="4846320" y="1676400"/>
              <a:ext cx="26321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L" sz="1200" dirty="0"/>
                <a:t>4</a:t>
              </a:r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038321FA-093B-CDAD-FA93-6C808052B29D}"/>
              </a:ext>
            </a:extLst>
          </p:cNvPr>
          <p:cNvGrpSpPr/>
          <p:nvPr/>
        </p:nvGrpSpPr>
        <p:grpSpPr>
          <a:xfrm>
            <a:off x="5516772" y="2000053"/>
            <a:ext cx="860622" cy="859536"/>
            <a:chOff x="4248912" y="1670304"/>
            <a:chExt cx="860622" cy="859536"/>
          </a:xfrm>
        </p:grpSpPr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C8D29058-5FD8-5D98-F8B4-65E3DA7ADC80}"/>
                </a:ext>
              </a:extLst>
            </p:cNvPr>
            <p:cNvSpPr/>
            <p:nvPr/>
          </p:nvSpPr>
          <p:spPr>
            <a:xfrm>
              <a:off x="4297680" y="1719072"/>
              <a:ext cx="780288" cy="780288"/>
            </a:xfrm>
            <a:prstGeom prst="rect">
              <a:avLst/>
            </a:prstGeom>
            <a:solidFill>
              <a:srgbClr val="FF0000">
                <a:alpha val="45623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/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F3BBF076-6341-AF0B-8C70-5C38BB98EE95}"/>
                </a:ext>
              </a:extLst>
            </p:cNvPr>
            <p:cNvSpPr txBox="1"/>
            <p:nvPr/>
          </p:nvSpPr>
          <p:spPr>
            <a:xfrm>
              <a:off x="4248912" y="1670304"/>
              <a:ext cx="26321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L" sz="1200" dirty="0"/>
                <a:t>6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3C6044CE-841D-A628-5878-AAE30941C3CA}"/>
                </a:ext>
              </a:extLst>
            </p:cNvPr>
            <p:cNvSpPr txBox="1"/>
            <p:nvPr/>
          </p:nvSpPr>
          <p:spPr>
            <a:xfrm>
              <a:off x="4846320" y="2252841"/>
              <a:ext cx="26321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L" sz="1200" dirty="0"/>
                <a:t>5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7F1E6460-5FFF-7D95-7F26-0A27F4E47D1A}"/>
                </a:ext>
              </a:extLst>
            </p:cNvPr>
            <p:cNvSpPr txBox="1"/>
            <p:nvPr/>
          </p:nvSpPr>
          <p:spPr>
            <a:xfrm>
              <a:off x="4255008" y="2240649"/>
              <a:ext cx="26321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L" sz="1200" dirty="0"/>
                <a:t>3</a:t>
              </a: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E842F4AC-F93E-B32D-758C-1338402183EE}"/>
                </a:ext>
              </a:extLst>
            </p:cNvPr>
            <p:cNvSpPr txBox="1"/>
            <p:nvPr/>
          </p:nvSpPr>
          <p:spPr>
            <a:xfrm>
              <a:off x="4846320" y="1676400"/>
              <a:ext cx="26321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L" sz="1200" dirty="0"/>
                <a:t>4</a:t>
              </a:r>
            </a:p>
          </p:txBody>
        </p:sp>
      </p:grp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957953BD-E561-9694-C111-C5F89405993F}"/>
              </a:ext>
            </a:extLst>
          </p:cNvPr>
          <p:cNvGrpSpPr/>
          <p:nvPr/>
        </p:nvGrpSpPr>
        <p:grpSpPr>
          <a:xfrm>
            <a:off x="3949683" y="2772078"/>
            <a:ext cx="860622" cy="859536"/>
            <a:chOff x="4248912" y="1670304"/>
            <a:chExt cx="860622" cy="859536"/>
          </a:xfrm>
        </p:grpSpPr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D0ADDF7F-3FBA-61A5-ADE8-1DEE5D63F16D}"/>
                </a:ext>
              </a:extLst>
            </p:cNvPr>
            <p:cNvSpPr/>
            <p:nvPr/>
          </p:nvSpPr>
          <p:spPr>
            <a:xfrm>
              <a:off x="4297680" y="1719072"/>
              <a:ext cx="780288" cy="780288"/>
            </a:xfrm>
            <a:prstGeom prst="rect">
              <a:avLst/>
            </a:prstGeom>
            <a:solidFill>
              <a:schemeClr val="accent1">
                <a:alpha val="45623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/>
            </a:p>
          </p:txBody>
        </p:sp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69A5D817-6896-028E-E086-D361A2EE3D4D}"/>
                </a:ext>
              </a:extLst>
            </p:cNvPr>
            <p:cNvSpPr txBox="1"/>
            <p:nvPr/>
          </p:nvSpPr>
          <p:spPr>
            <a:xfrm>
              <a:off x="4248912" y="1670304"/>
              <a:ext cx="26321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L" sz="1200" dirty="0"/>
                <a:t>1</a:t>
              </a:r>
            </a:p>
          </p:txBody>
        </p: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4DA37F0B-91F9-D197-6507-E2A2D4256C09}"/>
                </a:ext>
              </a:extLst>
            </p:cNvPr>
            <p:cNvSpPr txBox="1"/>
            <p:nvPr/>
          </p:nvSpPr>
          <p:spPr>
            <a:xfrm>
              <a:off x="4846320" y="2252841"/>
              <a:ext cx="26321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L" sz="1200" dirty="0"/>
                <a:t>2</a:t>
              </a:r>
            </a:p>
          </p:txBody>
        </p: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94F768E4-F239-7AFC-AE3E-663680E25DA3}"/>
                </a:ext>
              </a:extLst>
            </p:cNvPr>
            <p:cNvSpPr txBox="1"/>
            <p:nvPr/>
          </p:nvSpPr>
          <p:spPr>
            <a:xfrm>
              <a:off x="4255008" y="2240649"/>
              <a:ext cx="26321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L" sz="1200" dirty="0"/>
                <a:t>3</a:t>
              </a:r>
            </a:p>
          </p:txBody>
        </p:sp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961EF0C1-2FE3-A8B7-C275-4D7F1A01E75F}"/>
                </a:ext>
              </a:extLst>
            </p:cNvPr>
            <p:cNvSpPr txBox="1"/>
            <p:nvPr/>
          </p:nvSpPr>
          <p:spPr>
            <a:xfrm>
              <a:off x="4846320" y="1676400"/>
              <a:ext cx="26321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L" sz="1200" dirty="0"/>
                <a:t>4</a:t>
              </a:r>
            </a:p>
          </p:txBody>
        </p:sp>
      </p:grp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74D142F6-3B7C-0E66-ED7C-9DC2CB078952}"/>
              </a:ext>
            </a:extLst>
          </p:cNvPr>
          <p:cNvGrpSpPr/>
          <p:nvPr/>
        </p:nvGrpSpPr>
        <p:grpSpPr>
          <a:xfrm>
            <a:off x="4733144" y="2777255"/>
            <a:ext cx="860622" cy="859536"/>
            <a:chOff x="4248912" y="1670304"/>
            <a:chExt cx="860622" cy="859536"/>
          </a:xfrm>
        </p:grpSpPr>
        <p:sp>
          <p:nvSpPr>
            <p:cNvPr id="107" name="Rectangle 106">
              <a:extLst>
                <a:ext uri="{FF2B5EF4-FFF2-40B4-BE49-F238E27FC236}">
                  <a16:creationId xmlns:a16="http://schemas.microsoft.com/office/drawing/2014/main" id="{98DA6094-1A7F-72EC-CBF1-2261612F9D9E}"/>
                </a:ext>
              </a:extLst>
            </p:cNvPr>
            <p:cNvSpPr/>
            <p:nvPr/>
          </p:nvSpPr>
          <p:spPr>
            <a:xfrm>
              <a:off x="4297680" y="1719072"/>
              <a:ext cx="780288" cy="780288"/>
            </a:xfrm>
            <a:prstGeom prst="rect">
              <a:avLst/>
            </a:prstGeom>
            <a:solidFill>
              <a:srgbClr val="FF0000">
                <a:alpha val="45623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/>
            </a:p>
          </p:txBody>
        </p:sp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094410EA-A299-3A36-DB65-08C931603566}"/>
                </a:ext>
              </a:extLst>
            </p:cNvPr>
            <p:cNvSpPr txBox="1"/>
            <p:nvPr/>
          </p:nvSpPr>
          <p:spPr>
            <a:xfrm>
              <a:off x="4248912" y="1670304"/>
              <a:ext cx="26321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L" sz="1200" dirty="0"/>
                <a:t>6</a:t>
              </a:r>
            </a:p>
          </p:txBody>
        </p:sp>
        <p:sp>
          <p:nvSpPr>
            <p:cNvPr id="109" name="TextBox 108">
              <a:extLst>
                <a:ext uri="{FF2B5EF4-FFF2-40B4-BE49-F238E27FC236}">
                  <a16:creationId xmlns:a16="http://schemas.microsoft.com/office/drawing/2014/main" id="{E497C039-2353-40B1-8721-8549524C10FB}"/>
                </a:ext>
              </a:extLst>
            </p:cNvPr>
            <p:cNvSpPr txBox="1"/>
            <p:nvPr/>
          </p:nvSpPr>
          <p:spPr>
            <a:xfrm>
              <a:off x="4846320" y="2252841"/>
              <a:ext cx="26321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L" sz="1200" dirty="0"/>
                <a:t>5</a:t>
              </a:r>
            </a:p>
          </p:txBody>
        </p:sp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09BE433B-7A0E-19F1-22B6-74A99397F632}"/>
                </a:ext>
              </a:extLst>
            </p:cNvPr>
            <p:cNvSpPr txBox="1"/>
            <p:nvPr/>
          </p:nvSpPr>
          <p:spPr>
            <a:xfrm>
              <a:off x="4255008" y="2240649"/>
              <a:ext cx="26321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L" sz="1200" dirty="0"/>
                <a:t>3</a:t>
              </a:r>
            </a:p>
          </p:txBody>
        </p:sp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7FB9A0BC-4C2C-01DA-9DEB-6989F7AB52C0}"/>
                </a:ext>
              </a:extLst>
            </p:cNvPr>
            <p:cNvSpPr txBox="1"/>
            <p:nvPr/>
          </p:nvSpPr>
          <p:spPr>
            <a:xfrm>
              <a:off x="4846320" y="1676400"/>
              <a:ext cx="26321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L" sz="1200" dirty="0"/>
                <a:t>4</a:t>
              </a:r>
            </a:p>
          </p:txBody>
        </p:sp>
      </p:grp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E820F397-5AB9-5578-FFA0-8C765786FB43}"/>
              </a:ext>
            </a:extLst>
          </p:cNvPr>
          <p:cNvGrpSpPr/>
          <p:nvPr/>
        </p:nvGrpSpPr>
        <p:grpSpPr>
          <a:xfrm>
            <a:off x="5516605" y="2777255"/>
            <a:ext cx="860622" cy="859536"/>
            <a:chOff x="4248912" y="1670304"/>
            <a:chExt cx="860622" cy="859536"/>
          </a:xfrm>
        </p:grpSpPr>
        <p:sp>
          <p:nvSpPr>
            <p:cNvPr id="113" name="Rectangle 112">
              <a:extLst>
                <a:ext uri="{FF2B5EF4-FFF2-40B4-BE49-F238E27FC236}">
                  <a16:creationId xmlns:a16="http://schemas.microsoft.com/office/drawing/2014/main" id="{AD386171-815D-EC04-C869-D3082F20D104}"/>
                </a:ext>
              </a:extLst>
            </p:cNvPr>
            <p:cNvSpPr/>
            <p:nvPr/>
          </p:nvSpPr>
          <p:spPr>
            <a:xfrm>
              <a:off x="4297680" y="1719072"/>
              <a:ext cx="780288" cy="780288"/>
            </a:xfrm>
            <a:prstGeom prst="rect">
              <a:avLst/>
            </a:prstGeom>
            <a:solidFill>
              <a:schemeClr val="accent1">
                <a:alpha val="45623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/>
            </a:p>
          </p:txBody>
        </p:sp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042B236C-EC6E-5C8D-AF77-7C00B79A64DB}"/>
                </a:ext>
              </a:extLst>
            </p:cNvPr>
            <p:cNvSpPr txBox="1"/>
            <p:nvPr/>
          </p:nvSpPr>
          <p:spPr>
            <a:xfrm>
              <a:off x="4248912" y="1670304"/>
              <a:ext cx="26321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L" sz="1200" dirty="0"/>
                <a:t>1</a:t>
              </a:r>
            </a:p>
          </p:txBody>
        </p:sp>
        <p:sp>
          <p:nvSpPr>
            <p:cNvPr id="115" name="TextBox 114">
              <a:extLst>
                <a:ext uri="{FF2B5EF4-FFF2-40B4-BE49-F238E27FC236}">
                  <a16:creationId xmlns:a16="http://schemas.microsoft.com/office/drawing/2014/main" id="{D98CE827-74F0-B895-44A2-43FD6D8DAD11}"/>
                </a:ext>
              </a:extLst>
            </p:cNvPr>
            <p:cNvSpPr txBox="1"/>
            <p:nvPr/>
          </p:nvSpPr>
          <p:spPr>
            <a:xfrm>
              <a:off x="4846320" y="2252841"/>
              <a:ext cx="26321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L" sz="1200" dirty="0"/>
                <a:t>2</a:t>
              </a:r>
            </a:p>
          </p:txBody>
        </p:sp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A2AEFE76-A792-7510-4CF0-A4E710323932}"/>
                </a:ext>
              </a:extLst>
            </p:cNvPr>
            <p:cNvSpPr txBox="1"/>
            <p:nvPr/>
          </p:nvSpPr>
          <p:spPr>
            <a:xfrm>
              <a:off x="4255008" y="2240649"/>
              <a:ext cx="26321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L" sz="1200" dirty="0"/>
                <a:t>3</a:t>
              </a:r>
            </a:p>
          </p:txBody>
        </p:sp>
        <p:sp>
          <p:nvSpPr>
            <p:cNvPr id="117" name="TextBox 116">
              <a:extLst>
                <a:ext uri="{FF2B5EF4-FFF2-40B4-BE49-F238E27FC236}">
                  <a16:creationId xmlns:a16="http://schemas.microsoft.com/office/drawing/2014/main" id="{FE72F4B0-ADB9-6BC2-99D5-B96E9B733B32}"/>
                </a:ext>
              </a:extLst>
            </p:cNvPr>
            <p:cNvSpPr txBox="1"/>
            <p:nvPr/>
          </p:nvSpPr>
          <p:spPr>
            <a:xfrm>
              <a:off x="4846320" y="1676400"/>
              <a:ext cx="26321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L" sz="1200" dirty="0"/>
                <a:t>4</a:t>
              </a:r>
            </a:p>
          </p:txBody>
        </p:sp>
      </p:grp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EAD13147-89E4-B175-9EB3-BB9194EE8A1A}"/>
              </a:ext>
            </a:extLst>
          </p:cNvPr>
          <p:cNvGrpSpPr/>
          <p:nvPr/>
        </p:nvGrpSpPr>
        <p:grpSpPr>
          <a:xfrm>
            <a:off x="6299899" y="1222183"/>
            <a:ext cx="860622" cy="859536"/>
            <a:chOff x="4248912" y="1670304"/>
            <a:chExt cx="860622" cy="859536"/>
          </a:xfrm>
        </p:grpSpPr>
        <p:sp>
          <p:nvSpPr>
            <p:cNvPr id="119" name="Rectangle 118">
              <a:extLst>
                <a:ext uri="{FF2B5EF4-FFF2-40B4-BE49-F238E27FC236}">
                  <a16:creationId xmlns:a16="http://schemas.microsoft.com/office/drawing/2014/main" id="{11D22B6D-3DA3-0E0C-9FC7-AE2C5D80F327}"/>
                </a:ext>
              </a:extLst>
            </p:cNvPr>
            <p:cNvSpPr/>
            <p:nvPr/>
          </p:nvSpPr>
          <p:spPr>
            <a:xfrm>
              <a:off x="4297680" y="1719072"/>
              <a:ext cx="780288" cy="780288"/>
            </a:xfrm>
            <a:prstGeom prst="rect">
              <a:avLst/>
            </a:prstGeom>
            <a:solidFill>
              <a:srgbClr val="FF0000">
                <a:alpha val="45623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/>
            </a:p>
          </p:txBody>
        </p:sp>
        <p:sp>
          <p:nvSpPr>
            <p:cNvPr id="120" name="TextBox 119">
              <a:extLst>
                <a:ext uri="{FF2B5EF4-FFF2-40B4-BE49-F238E27FC236}">
                  <a16:creationId xmlns:a16="http://schemas.microsoft.com/office/drawing/2014/main" id="{775AD078-FCB6-DE8B-1EB6-157231D3810E}"/>
                </a:ext>
              </a:extLst>
            </p:cNvPr>
            <p:cNvSpPr txBox="1"/>
            <p:nvPr/>
          </p:nvSpPr>
          <p:spPr>
            <a:xfrm>
              <a:off x="4248912" y="1670304"/>
              <a:ext cx="26321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L" sz="1200" dirty="0"/>
                <a:t>6</a:t>
              </a:r>
            </a:p>
          </p:txBody>
        </p:sp>
        <p:sp>
          <p:nvSpPr>
            <p:cNvPr id="121" name="TextBox 120">
              <a:extLst>
                <a:ext uri="{FF2B5EF4-FFF2-40B4-BE49-F238E27FC236}">
                  <a16:creationId xmlns:a16="http://schemas.microsoft.com/office/drawing/2014/main" id="{4502587A-5F20-5B04-84C7-269E3F991B15}"/>
                </a:ext>
              </a:extLst>
            </p:cNvPr>
            <p:cNvSpPr txBox="1"/>
            <p:nvPr/>
          </p:nvSpPr>
          <p:spPr>
            <a:xfrm>
              <a:off x="4846320" y="2252841"/>
              <a:ext cx="26321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L" sz="1200" dirty="0"/>
                <a:t>5</a:t>
              </a:r>
            </a:p>
          </p:txBody>
        </p:sp>
        <p:sp>
          <p:nvSpPr>
            <p:cNvPr id="122" name="TextBox 121">
              <a:extLst>
                <a:ext uri="{FF2B5EF4-FFF2-40B4-BE49-F238E27FC236}">
                  <a16:creationId xmlns:a16="http://schemas.microsoft.com/office/drawing/2014/main" id="{F6D49428-1AD0-EA20-540D-805981185093}"/>
                </a:ext>
              </a:extLst>
            </p:cNvPr>
            <p:cNvSpPr txBox="1"/>
            <p:nvPr/>
          </p:nvSpPr>
          <p:spPr>
            <a:xfrm>
              <a:off x="4255008" y="2240649"/>
              <a:ext cx="26321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L" sz="1200" dirty="0"/>
                <a:t>3</a:t>
              </a:r>
            </a:p>
          </p:txBody>
        </p:sp>
        <p:sp>
          <p:nvSpPr>
            <p:cNvPr id="123" name="TextBox 122">
              <a:extLst>
                <a:ext uri="{FF2B5EF4-FFF2-40B4-BE49-F238E27FC236}">
                  <a16:creationId xmlns:a16="http://schemas.microsoft.com/office/drawing/2014/main" id="{B7CC731D-3421-DEF1-1D1F-A980C1D88B8C}"/>
                </a:ext>
              </a:extLst>
            </p:cNvPr>
            <p:cNvSpPr txBox="1"/>
            <p:nvPr/>
          </p:nvSpPr>
          <p:spPr>
            <a:xfrm>
              <a:off x="4846320" y="1676400"/>
              <a:ext cx="26321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L" sz="1200" dirty="0"/>
                <a:t>4</a:t>
              </a:r>
            </a:p>
          </p:txBody>
        </p:sp>
      </p:grp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E68FB654-8CA3-11C3-07EE-B99F6A153D72}"/>
              </a:ext>
            </a:extLst>
          </p:cNvPr>
          <p:cNvGrpSpPr/>
          <p:nvPr/>
        </p:nvGrpSpPr>
        <p:grpSpPr>
          <a:xfrm>
            <a:off x="7083360" y="1222183"/>
            <a:ext cx="860622" cy="859536"/>
            <a:chOff x="4248912" y="1670304"/>
            <a:chExt cx="860622" cy="859536"/>
          </a:xfrm>
        </p:grpSpPr>
        <p:sp>
          <p:nvSpPr>
            <p:cNvPr id="125" name="Rectangle 124">
              <a:extLst>
                <a:ext uri="{FF2B5EF4-FFF2-40B4-BE49-F238E27FC236}">
                  <a16:creationId xmlns:a16="http://schemas.microsoft.com/office/drawing/2014/main" id="{D5D758D9-F137-F320-AC12-E6B03EF26BDC}"/>
                </a:ext>
              </a:extLst>
            </p:cNvPr>
            <p:cNvSpPr/>
            <p:nvPr/>
          </p:nvSpPr>
          <p:spPr>
            <a:xfrm>
              <a:off x="4297680" y="1719072"/>
              <a:ext cx="780288" cy="780288"/>
            </a:xfrm>
            <a:prstGeom prst="rect">
              <a:avLst/>
            </a:prstGeom>
            <a:solidFill>
              <a:schemeClr val="accent1">
                <a:alpha val="45623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/>
            </a:p>
          </p:txBody>
        </p:sp>
        <p:sp>
          <p:nvSpPr>
            <p:cNvPr id="126" name="TextBox 125">
              <a:extLst>
                <a:ext uri="{FF2B5EF4-FFF2-40B4-BE49-F238E27FC236}">
                  <a16:creationId xmlns:a16="http://schemas.microsoft.com/office/drawing/2014/main" id="{F1C43F61-B125-D299-86AF-0C0DAB861445}"/>
                </a:ext>
              </a:extLst>
            </p:cNvPr>
            <p:cNvSpPr txBox="1"/>
            <p:nvPr/>
          </p:nvSpPr>
          <p:spPr>
            <a:xfrm>
              <a:off x="4248912" y="1670304"/>
              <a:ext cx="26321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L" sz="1200" dirty="0"/>
                <a:t>1</a:t>
              </a:r>
            </a:p>
          </p:txBody>
        </p:sp>
        <p:sp>
          <p:nvSpPr>
            <p:cNvPr id="127" name="TextBox 126">
              <a:extLst>
                <a:ext uri="{FF2B5EF4-FFF2-40B4-BE49-F238E27FC236}">
                  <a16:creationId xmlns:a16="http://schemas.microsoft.com/office/drawing/2014/main" id="{2BEE3247-8B57-332F-E789-D3F730459FDB}"/>
                </a:ext>
              </a:extLst>
            </p:cNvPr>
            <p:cNvSpPr txBox="1"/>
            <p:nvPr/>
          </p:nvSpPr>
          <p:spPr>
            <a:xfrm>
              <a:off x="4846320" y="2252841"/>
              <a:ext cx="26321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L" sz="1200" dirty="0"/>
                <a:t>2</a:t>
              </a:r>
            </a:p>
          </p:txBody>
        </p:sp>
        <p:sp>
          <p:nvSpPr>
            <p:cNvPr id="128" name="TextBox 127">
              <a:extLst>
                <a:ext uri="{FF2B5EF4-FFF2-40B4-BE49-F238E27FC236}">
                  <a16:creationId xmlns:a16="http://schemas.microsoft.com/office/drawing/2014/main" id="{A706F174-E3F6-DD1B-34F1-C5B670978CB7}"/>
                </a:ext>
              </a:extLst>
            </p:cNvPr>
            <p:cNvSpPr txBox="1"/>
            <p:nvPr/>
          </p:nvSpPr>
          <p:spPr>
            <a:xfrm>
              <a:off x="4255008" y="2240649"/>
              <a:ext cx="26321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L" sz="1200" dirty="0"/>
                <a:t>3</a:t>
              </a:r>
            </a:p>
          </p:txBody>
        </p:sp>
        <p:sp>
          <p:nvSpPr>
            <p:cNvPr id="129" name="TextBox 128">
              <a:extLst>
                <a:ext uri="{FF2B5EF4-FFF2-40B4-BE49-F238E27FC236}">
                  <a16:creationId xmlns:a16="http://schemas.microsoft.com/office/drawing/2014/main" id="{771DE1B4-D810-9A57-1A3E-115C8BC9ED71}"/>
                </a:ext>
              </a:extLst>
            </p:cNvPr>
            <p:cNvSpPr txBox="1"/>
            <p:nvPr/>
          </p:nvSpPr>
          <p:spPr>
            <a:xfrm>
              <a:off x="4846320" y="1676400"/>
              <a:ext cx="26321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L" sz="1200" dirty="0"/>
                <a:t>4</a:t>
              </a:r>
            </a:p>
          </p:txBody>
        </p:sp>
      </p:grpSp>
      <p:grpSp>
        <p:nvGrpSpPr>
          <p:cNvPr id="130" name="Group 129">
            <a:extLst>
              <a:ext uri="{FF2B5EF4-FFF2-40B4-BE49-F238E27FC236}">
                <a16:creationId xmlns:a16="http://schemas.microsoft.com/office/drawing/2014/main" id="{1DC459C9-EA82-103C-DA0F-9BFA6087C109}"/>
              </a:ext>
            </a:extLst>
          </p:cNvPr>
          <p:cNvGrpSpPr/>
          <p:nvPr/>
        </p:nvGrpSpPr>
        <p:grpSpPr>
          <a:xfrm>
            <a:off x="6302489" y="2002058"/>
            <a:ext cx="860622" cy="859536"/>
            <a:chOff x="4248912" y="1670304"/>
            <a:chExt cx="860622" cy="859536"/>
          </a:xfrm>
        </p:grpSpPr>
        <p:sp>
          <p:nvSpPr>
            <p:cNvPr id="131" name="Rectangle 130">
              <a:extLst>
                <a:ext uri="{FF2B5EF4-FFF2-40B4-BE49-F238E27FC236}">
                  <a16:creationId xmlns:a16="http://schemas.microsoft.com/office/drawing/2014/main" id="{6E13E13B-EFA3-665C-7667-14BFD9FC7BD3}"/>
                </a:ext>
              </a:extLst>
            </p:cNvPr>
            <p:cNvSpPr/>
            <p:nvPr/>
          </p:nvSpPr>
          <p:spPr>
            <a:xfrm>
              <a:off x="4297680" y="1719072"/>
              <a:ext cx="780288" cy="780288"/>
            </a:xfrm>
            <a:prstGeom prst="rect">
              <a:avLst/>
            </a:prstGeom>
            <a:solidFill>
              <a:schemeClr val="accent1">
                <a:alpha val="45623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/>
            </a:p>
          </p:txBody>
        </p:sp>
        <p:sp>
          <p:nvSpPr>
            <p:cNvPr id="132" name="TextBox 131">
              <a:extLst>
                <a:ext uri="{FF2B5EF4-FFF2-40B4-BE49-F238E27FC236}">
                  <a16:creationId xmlns:a16="http://schemas.microsoft.com/office/drawing/2014/main" id="{A941D795-F811-3560-77BC-5B05695E74F3}"/>
                </a:ext>
              </a:extLst>
            </p:cNvPr>
            <p:cNvSpPr txBox="1"/>
            <p:nvPr/>
          </p:nvSpPr>
          <p:spPr>
            <a:xfrm>
              <a:off x="4248912" y="1670304"/>
              <a:ext cx="26321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L" sz="1200" dirty="0"/>
                <a:t>1</a:t>
              </a:r>
            </a:p>
          </p:txBody>
        </p:sp>
        <p:sp>
          <p:nvSpPr>
            <p:cNvPr id="133" name="TextBox 132">
              <a:extLst>
                <a:ext uri="{FF2B5EF4-FFF2-40B4-BE49-F238E27FC236}">
                  <a16:creationId xmlns:a16="http://schemas.microsoft.com/office/drawing/2014/main" id="{EFDE6015-8EC8-734E-4216-020FEF6EAA52}"/>
                </a:ext>
              </a:extLst>
            </p:cNvPr>
            <p:cNvSpPr txBox="1"/>
            <p:nvPr/>
          </p:nvSpPr>
          <p:spPr>
            <a:xfrm>
              <a:off x="4846320" y="2252841"/>
              <a:ext cx="26321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L" sz="1200" dirty="0"/>
                <a:t>2</a:t>
              </a:r>
            </a:p>
          </p:txBody>
        </p:sp>
        <p:sp>
          <p:nvSpPr>
            <p:cNvPr id="134" name="TextBox 133">
              <a:extLst>
                <a:ext uri="{FF2B5EF4-FFF2-40B4-BE49-F238E27FC236}">
                  <a16:creationId xmlns:a16="http://schemas.microsoft.com/office/drawing/2014/main" id="{828F24CA-F555-2CE6-5A2F-F1A0D65C1191}"/>
                </a:ext>
              </a:extLst>
            </p:cNvPr>
            <p:cNvSpPr txBox="1"/>
            <p:nvPr/>
          </p:nvSpPr>
          <p:spPr>
            <a:xfrm>
              <a:off x="4255008" y="2240649"/>
              <a:ext cx="26321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L" sz="1200" dirty="0"/>
                <a:t>3</a:t>
              </a:r>
            </a:p>
          </p:txBody>
        </p:sp>
        <p:sp>
          <p:nvSpPr>
            <p:cNvPr id="135" name="TextBox 134">
              <a:extLst>
                <a:ext uri="{FF2B5EF4-FFF2-40B4-BE49-F238E27FC236}">
                  <a16:creationId xmlns:a16="http://schemas.microsoft.com/office/drawing/2014/main" id="{AC3D17D6-F1A3-D7CC-64ED-E2094CEEE3E9}"/>
                </a:ext>
              </a:extLst>
            </p:cNvPr>
            <p:cNvSpPr txBox="1"/>
            <p:nvPr/>
          </p:nvSpPr>
          <p:spPr>
            <a:xfrm>
              <a:off x="4846320" y="1676400"/>
              <a:ext cx="26321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L" sz="1200" dirty="0"/>
                <a:t>4</a:t>
              </a:r>
            </a:p>
          </p:txBody>
        </p:sp>
      </p:grpSp>
      <p:grpSp>
        <p:nvGrpSpPr>
          <p:cNvPr id="136" name="Group 135">
            <a:extLst>
              <a:ext uri="{FF2B5EF4-FFF2-40B4-BE49-F238E27FC236}">
                <a16:creationId xmlns:a16="http://schemas.microsoft.com/office/drawing/2014/main" id="{026B51F3-F273-B5B9-4AA6-C5A7693895C8}"/>
              </a:ext>
            </a:extLst>
          </p:cNvPr>
          <p:cNvGrpSpPr/>
          <p:nvPr/>
        </p:nvGrpSpPr>
        <p:grpSpPr>
          <a:xfrm>
            <a:off x="7085950" y="2000972"/>
            <a:ext cx="860622" cy="859536"/>
            <a:chOff x="4248912" y="1670304"/>
            <a:chExt cx="860622" cy="859536"/>
          </a:xfrm>
        </p:grpSpPr>
        <p:sp>
          <p:nvSpPr>
            <p:cNvPr id="137" name="Rectangle 136">
              <a:extLst>
                <a:ext uri="{FF2B5EF4-FFF2-40B4-BE49-F238E27FC236}">
                  <a16:creationId xmlns:a16="http://schemas.microsoft.com/office/drawing/2014/main" id="{5616BA38-929A-8D59-9120-B92FED04922D}"/>
                </a:ext>
              </a:extLst>
            </p:cNvPr>
            <p:cNvSpPr/>
            <p:nvPr/>
          </p:nvSpPr>
          <p:spPr>
            <a:xfrm>
              <a:off x="4297680" y="1719072"/>
              <a:ext cx="780288" cy="780288"/>
            </a:xfrm>
            <a:prstGeom prst="rect">
              <a:avLst/>
            </a:prstGeom>
            <a:solidFill>
              <a:srgbClr val="FF0000">
                <a:alpha val="45623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/>
            </a:p>
          </p:txBody>
        </p:sp>
        <p:sp>
          <p:nvSpPr>
            <p:cNvPr id="138" name="TextBox 137">
              <a:extLst>
                <a:ext uri="{FF2B5EF4-FFF2-40B4-BE49-F238E27FC236}">
                  <a16:creationId xmlns:a16="http://schemas.microsoft.com/office/drawing/2014/main" id="{08AF4731-4F5C-6F84-2D83-4C1BC9C8D6CD}"/>
                </a:ext>
              </a:extLst>
            </p:cNvPr>
            <p:cNvSpPr txBox="1"/>
            <p:nvPr/>
          </p:nvSpPr>
          <p:spPr>
            <a:xfrm>
              <a:off x="4248912" y="1670304"/>
              <a:ext cx="26321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L" sz="1200" dirty="0"/>
                <a:t>6</a:t>
              </a:r>
            </a:p>
          </p:txBody>
        </p:sp>
        <p:sp>
          <p:nvSpPr>
            <p:cNvPr id="139" name="TextBox 138">
              <a:extLst>
                <a:ext uri="{FF2B5EF4-FFF2-40B4-BE49-F238E27FC236}">
                  <a16:creationId xmlns:a16="http://schemas.microsoft.com/office/drawing/2014/main" id="{5E5CEB07-2518-FC68-3B3B-C4B17A8C167D}"/>
                </a:ext>
              </a:extLst>
            </p:cNvPr>
            <p:cNvSpPr txBox="1"/>
            <p:nvPr/>
          </p:nvSpPr>
          <p:spPr>
            <a:xfrm>
              <a:off x="4846320" y="2252841"/>
              <a:ext cx="26321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L" sz="1200" dirty="0"/>
                <a:t>5</a:t>
              </a:r>
            </a:p>
          </p:txBody>
        </p:sp>
        <p:sp>
          <p:nvSpPr>
            <p:cNvPr id="140" name="TextBox 139">
              <a:extLst>
                <a:ext uri="{FF2B5EF4-FFF2-40B4-BE49-F238E27FC236}">
                  <a16:creationId xmlns:a16="http://schemas.microsoft.com/office/drawing/2014/main" id="{D4695EC2-A7BF-D730-CDFA-33DD1D2A7176}"/>
                </a:ext>
              </a:extLst>
            </p:cNvPr>
            <p:cNvSpPr txBox="1"/>
            <p:nvPr/>
          </p:nvSpPr>
          <p:spPr>
            <a:xfrm>
              <a:off x="4255008" y="2240649"/>
              <a:ext cx="26321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L" sz="1200" dirty="0"/>
                <a:t>3</a:t>
              </a:r>
            </a:p>
          </p:txBody>
        </p:sp>
        <p:sp>
          <p:nvSpPr>
            <p:cNvPr id="141" name="TextBox 140">
              <a:extLst>
                <a:ext uri="{FF2B5EF4-FFF2-40B4-BE49-F238E27FC236}">
                  <a16:creationId xmlns:a16="http://schemas.microsoft.com/office/drawing/2014/main" id="{7BE1E781-DAFC-9078-8A45-EBDFFFB74C9A}"/>
                </a:ext>
              </a:extLst>
            </p:cNvPr>
            <p:cNvSpPr txBox="1"/>
            <p:nvPr/>
          </p:nvSpPr>
          <p:spPr>
            <a:xfrm>
              <a:off x="4846320" y="1676400"/>
              <a:ext cx="26321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L" sz="1200" dirty="0"/>
                <a:t>4</a:t>
              </a:r>
            </a:p>
          </p:txBody>
        </p:sp>
      </p:grpSp>
      <p:grpSp>
        <p:nvGrpSpPr>
          <p:cNvPr id="142" name="Group 141">
            <a:extLst>
              <a:ext uri="{FF2B5EF4-FFF2-40B4-BE49-F238E27FC236}">
                <a16:creationId xmlns:a16="http://schemas.microsoft.com/office/drawing/2014/main" id="{EC87294B-42E7-D287-7A73-1A7AE5A257FA}"/>
              </a:ext>
            </a:extLst>
          </p:cNvPr>
          <p:cNvGrpSpPr/>
          <p:nvPr/>
        </p:nvGrpSpPr>
        <p:grpSpPr>
          <a:xfrm>
            <a:off x="6302322" y="2778174"/>
            <a:ext cx="860622" cy="859536"/>
            <a:chOff x="4248912" y="1670304"/>
            <a:chExt cx="860622" cy="859536"/>
          </a:xfrm>
        </p:grpSpPr>
        <p:sp>
          <p:nvSpPr>
            <p:cNvPr id="143" name="Rectangle 142">
              <a:extLst>
                <a:ext uri="{FF2B5EF4-FFF2-40B4-BE49-F238E27FC236}">
                  <a16:creationId xmlns:a16="http://schemas.microsoft.com/office/drawing/2014/main" id="{F195ABF7-7A9D-02EA-8D76-E1B73977935B}"/>
                </a:ext>
              </a:extLst>
            </p:cNvPr>
            <p:cNvSpPr/>
            <p:nvPr/>
          </p:nvSpPr>
          <p:spPr>
            <a:xfrm>
              <a:off x="4297680" y="1719072"/>
              <a:ext cx="780288" cy="780288"/>
            </a:xfrm>
            <a:prstGeom prst="rect">
              <a:avLst/>
            </a:prstGeom>
            <a:solidFill>
              <a:srgbClr val="FF0000">
                <a:alpha val="45623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/>
            </a:p>
          </p:txBody>
        </p:sp>
        <p:sp>
          <p:nvSpPr>
            <p:cNvPr id="144" name="TextBox 143">
              <a:extLst>
                <a:ext uri="{FF2B5EF4-FFF2-40B4-BE49-F238E27FC236}">
                  <a16:creationId xmlns:a16="http://schemas.microsoft.com/office/drawing/2014/main" id="{D292D56E-6EE2-37AD-FC69-A5CBECFE9B31}"/>
                </a:ext>
              </a:extLst>
            </p:cNvPr>
            <p:cNvSpPr txBox="1"/>
            <p:nvPr/>
          </p:nvSpPr>
          <p:spPr>
            <a:xfrm>
              <a:off x="4248912" y="1670304"/>
              <a:ext cx="26321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L" sz="1200" dirty="0"/>
                <a:t>6</a:t>
              </a:r>
            </a:p>
          </p:txBody>
        </p:sp>
        <p:sp>
          <p:nvSpPr>
            <p:cNvPr id="145" name="TextBox 144">
              <a:extLst>
                <a:ext uri="{FF2B5EF4-FFF2-40B4-BE49-F238E27FC236}">
                  <a16:creationId xmlns:a16="http://schemas.microsoft.com/office/drawing/2014/main" id="{F9DC3D94-8804-C5B9-3C8C-3B198CEFBCB5}"/>
                </a:ext>
              </a:extLst>
            </p:cNvPr>
            <p:cNvSpPr txBox="1"/>
            <p:nvPr/>
          </p:nvSpPr>
          <p:spPr>
            <a:xfrm>
              <a:off x="4846320" y="2252841"/>
              <a:ext cx="26321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L" sz="1200" dirty="0"/>
                <a:t>5</a:t>
              </a:r>
            </a:p>
          </p:txBody>
        </p:sp>
        <p:sp>
          <p:nvSpPr>
            <p:cNvPr id="146" name="TextBox 145">
              <a:extLst>
                <a:ext uri="{FF2B5EF4-FFF2-40B4-BE49-F238E27FC236}">
                  <a16:creationId xmlns:a16="http://schemas.microsoft.com/office/drawing/2014/main" id="{BEDD2514-A71A-C27F-4FB0-7616CE05D604}"/>
                </a:ext>
              </a:extLst>
            </p:cNvPr>
            <p:cNvSpPr txBox="1"/>
            <p:nvPr/>
          </p:nvSpPr>
          <p:spPr>
            <a:xfrm>
              <a:off x="4255008" y="2240649"/>
              <a:ext cx="26321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L" sz="1200" dirty="0"/>
                <a:t>3</a:t>
              </a:r>
            </a:p>
          </p:txBody>
        </p:sp>
        <p:sp>
          <p:nvSpPr>
            <p:cNvPr id="147" name="TextBox 146">
              <a:extLst>
                <a:ext uri="{FF2B5EF4-FFF2-40B4-BE49-F238E27FC236}">
                  <a16:creationId xmlns:a16="http://schemas.microsoft.com/office/drawing/2014/main" id="{EA7B6F49-69F3-A899-93CE-0ADF24870ACB}"/>
                </a:ext>
              </a:extLst>
            </p:cNvPr>
            <p:cNvSpPr txBox="1"/>
            <p:nvPr/>
          </p:nvSpPr>
          <p:spPr>
            <a:xfrm>
              <a:off x="4846320" y="1676400"/>
              <a:ext cx="26321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L" sz="1200" dirty="0"/>
                <a:t>4</a:t>
              </a:r>
            </a:p>
          </p:txBody>
        </p:sp>
      </p:grpSp>
      <p:grpSp>
        <p:nvGrpSpPr>
          <p:cNvPr id="148" name="Group 147">
            <a:extLst>
              <a:ext uri="{FF2B5EF4-FFF2-40B4-BE49-F238E27FC236}">
                <a16:creationId xmlns:a16="http://schemas.microsoft.com/office/drawing/2014/main" id="{9026FBC5-C2D9-97F6-FF95-ACF10BF1F6E3}"/>
              </a:ext>
            </a:extLst>
          </p:cNvPr>
          <p:cNvGrpSpPr/>
          <p:nvPr/>
        </p:nvGrpSpPr>
        <p:grpSpPr>
          <a:xfrm>
            <a:off x="7085783" y="2778174"/>
            <a:ext cx="860622" cy="859536"/>
            <a:chOff x="4248912" y="1670304"/>
            <a:chExt cx="860622" cy="859536"/>
          </a:xfrm>
        </p:grpSpPr>
        <p:sp>
          <p:nvSpPr>
            <p:cNvPr id="149" name="Rectangle 148">
              <a:extLst>
                <a:ext uri="{FF2B5EF4-FFF2-40B4-BE49-F238E27FC236}">
                  <a16:creationId xmlns:a16="http://schemas.microsoft.com/office/drawing/2014/main" id="{729A2DE7-52A3-E30C-A951-5ED10C911C97}"/>
                </a:ext>
              </a:extLst>
            </p:cNvPr>
            <p:cNvSpPr/>
            <p:nvPr/>
          </p:nvSpPr>
          <p:spPr>
            <a:xfrm>
              <a:off x="4297680" y="1719072"/>
              <a:ext cx="780288" cy="780288"/>
            </a:xfrm>
            <a:prstGeom prst="rect">
              <a:avLst/>
            </a:prstGeom>
            <a:solidFill>
              <a:schemeClr val="accent1">
                <a:alpha val="45623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/>
            </a:p>
          </p:txBody>
        </p:sp>
        <p:sp>
          <p:nvSpPr>
            <p:cNvPr id="150" name="TextBox 149">
              <a:extLst>
                <a:ext uri="{FF2B5EF4-FFF2-40B4-BE49-F238E27FC236}">
                  <a16:creationId xmlns:a16="http://schemas.microsoft.com/office/drawing/2014/main" id="{FFAEA127-7B32-19D2-B9B9-A6EF7A7B0929}"/>
                </a:ext>
              </a:extLst>
            </p:cNvPr>
            <p:cNvSpPr txBox="1"/>
            <p:nvPr/>
          </p:nvSpPr>
          <p:spPr>
            <a:xfrm>
              <a:off x="4248912" y="1670304"/>
              <a:ext cx="26321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L" sz="1200" dirty="0"/>
                <a:t>1</a:t>
              </a:r>
            </a:p>
          </p:txBody>
        </p:sp>
        <p:sp>
          <p:nvSpPr>
            <p:cNvPr id="151" name="TextBox 150">
              <a:extLst>
                <a:ext uri="{FF2B5EF4-FFF2-40B4-BE49-F238E27FC236}">
                  <a16:creationId xmlns:a16="http://schemas.microsoft.com/office/drawing/2014/main" id="{5B1E0D9E-393D-2B72-B08F-BBA6B9BBE57E}"/>
                </a:ext>
              </a:extLst>
            </p:cNvPr>
            <p:cNvSpPr txBox="1"/>
            <p:nvPr/>
          </p:nvSpPr>
          <p:spPr>
            <a:xfrm>
              <a:off x="4846320" y="2252841"/>
              <a:ext cx="26321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L" sz="1200" dirty="0"/>
                <a:t>2</a:t>
              </a:r>
            </a:p>
          </p:txBody>
        </p:sp>
        <p:sp>
          <p:nvSpPr>
            <p:cNvPr id="152" name="TextBox 151">
              <a:extLst>
                <a:ext uri="{FF2B5EF4-FFF2-40B4-BE49-F238E27FC236}">
                  <a16:creationId xmlns:a16="http://schemas.microsoft.com/office/drawing/2014/main" id="{DD665405-D03C-C749-B716-F1309E8B6357}"/>
                </a:ext>
              </a:extLst>
            </p:cNvPr>
            <p:cNvSpPr txBox="1"/>
            <p:nvPr/>
          </p:nvSpPr>
          <p:spPr>
            <a:xfrm>
              <a:off x="4255008" y="2240649"/>
              <a:ext cx="26321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L" sz="1200" dirty="0"/>
                <a:t>3</a:t>
              </a:r>
            </a:p>
          </p:txBody>
        </p:sp>
        <p:sp>
          <p:nvSpPr>
            <p:cNvPr id="153" name="TextBox 152">
              <a:extLst>
                <a:ext uri="{FF2B5EF4-FFF2-40B4-BE49-F238E27FC236}">
                  <a16:creationId xmlns:a16="http://schemas.microsoft.com/office/drawing/2014/main" id="{D030D521-BEE2-AC6D-E93C-E1370ADB831C}"/>
                </a:ext>
              </a:extLst>
            </p:cNvPr>
            <p:cNvSpPr txBox="1"/>
            <p:nvPr/>
          </p:nvSpPr>
          <p:spPr>
            <a:xfrm>
              <a:off x="4846320" y="1676400"/>
              <a:ext cx="26321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L" sz="1200" dirty="0"/>
                <a:t>4</a:t>
              </a:r>
            </a:p>
          </p:txBody>
        </p:sp>
      </p:grpSp>
      <p:grpSp>
        <p:nvGrpSpPr>
          <p:cNvPr id="154" name="Group 153">
            <a:extLst>
              <a:ext uri="{FF2B5EF4-FFF2-40B4-BE49-F238E27FC236}">
                <a16:creationId xmlns:a16="http://schemas.microsoft.com/office/drawing/2014/main" id="{86EDF4F7-6E6E-4283-DF4F-9C351E78B9A3}"/>
              </a:ext>
            </a:extLst>
          </p:cNvPr>
          <p:cNvGrpSpPr/>
          <p:nvPr/>
        </p:nvGrpSpPr>
        <p:grpSpPr>
          <a:xfrm>
            <a:off x="3947260" y="3556796"/>
            <a:ext cx="860622" cy="859536"/>
            <a:chOff x="4248912" y="1670304"/>
            <a:chExt cx="860622" cy="859536"/>
          </a:xfrm>
        </p:grpSpPr>
        <p:sp>
          <p:nvSpPr>
            <p:cNvPr id="155" name="Rectangle 154">
              <a:extLst>
                <a:ext uri="{FF2B5EF4-FFF2-40B4-BE49-F238E27FC236}">
                  <a16:creationId xmlns:a16="http://schemas.microsoft.com/office/drawing/2014/main" id="{B64FCBEC-A3B2-654B-0C73-720EE350E0C0}"/>
                </a:ext>
              </a:extLst>
            </p:cNvPr>
            <p:cNvSpPr/>
            <p:nvPr/>
          </p:nvSpPr>
          <p:spPr>
            <a:xfrm>
              <a:off x="4297680" y="1719072"/>
              <a:ext cx="780288" cy="780288"/>
            </a:xfrm>
            <a:prstGeom prst="rect">
              <a:avLst/>
            </a:prstGeom>
            <a:solidFill>
              <a:srgbClr val="FF0000">
                <a:alpha val="45623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/>
            </a:p>
          </p:txBody>
        </p:sp>
        <p:sp>
          <p:nvSpPr>
            <p:cNvPr id="156" name="TextBox 155">
              <a:extLst>
                <a:ext uri="{FF2B5EF4-FFF2-40B4-BE49-F238E27FC236}">
                  <a16:creationId xmlns:a16="http://schemas.microsoft.com/office/drawing/2014/main" id="{1D1D5EA6-F7E5-0283-1CDA-71B8D85BFA28}"/>
                </a:ext>
              </a:extLst>
            </p:cNvPr>
            <p:cNvSpPr txBox="1"/>
            <p:nvPr/>
          </p:nvSpPr>
          <p:spPr>
            <a:xfrm>
              <a:off x="4248912" y="1670304"/>
              <a:ext cx="26321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L" sz="1200" dirty="0"/>
                <a:t>6</a:t>
              </a:r>
            </a:p>
          </p:txBody>
        </p:sp>
        <p:sp>
          <p:nvSpPr>
            <p:cNvPr id="157" name="TextBox 156">
              <a:extLst>
                <a:ext uri="{FF2B5EF4-FFF2-40B4-BE49-F238E27FC236}">
                  <a16:creationId xmlns:a16="http://schemas.microsoft.com/office/drawing/2014/main" id="{45917195-1D72-8513-6236-4FA7416D361D}"/>
                </a:ext>
              </a:extLst>
            </p:cNvPr>
            <p:cNvSpPr txBox="1"/>
            <p:nvPr/>
          </p:nvSpPr>
          <p:spPr>
            <a:xfrm>
              <a:off x="4846320" y="2252841"/>
              <a:ext cx="26321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L" sz="1200" dirty="0"/>
                <a:t>5</a:t>
              </a:r>
            </a:p>
          </p:txBody>
        </p:sp>
        <p:sp>
          <p:nvSpPr>
            <p:cNvPr id="158" name="TextBox 157">
              <a:extLst>
                <a:ext uri="{FF2B5EF4-FFF2-40B4-BE49-F238E27FC236}">
                  <a16:creationId xmlns:a16="http://schemas.microsoft.com/office/drawing/2014/main" id="{46AA0821-CD76-F003-C935-34EF44F514AE}"/>
                </a:ext>
              </a:extLst>
            </p:cNvPr>
            <p:cNvSpPr txBox="1"/>
            <p:nvPr/>
          </p:nvSpPr>
          <p:spPr>
            <a:xfrm>
              <a:off x="4255008" y="2240649"/>
              <a:ext cx="26321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L" sz="1200" dirty="0"/>
                <a:t>3</a:t>
              </a:r>
            </a:p>
          </p:txBody>
        </p:sp>
        <p:sp>
          <p:nvSpPr>
            <p:cNvPr id="159" name="TextBox 158">
              <a:extLst>
                <a:ext uri="{FF2B5EF4-FFF2-40B4-BE49-F238E27FC236}">
                  <a16:creationId xmlns:a16="http://schemas.microsoft.com/office/drawing/2014/main" id="{8D1A114A-74B4-08F1-D785-A5C491BEE643}"/>
                </a:ext>
              </a:extLst>
            </p:cNvPr>
            <p:cNvSpPr txBox="1"/>
            <p:nvPr/>
          </p:nvSpPr>
          <p:spPr>
            <a:xfrm>
              <a:off x="4846320" y="1676400"/>
              <a:ext cx="26321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L" sz="1200" dirty="0"/>
                <a:t>4</a:t>
              </a:r>
            </a:p>
          </p:txBody>
        </p:sp>
      </p:grpSp>
      <p:grpSp>
        <p:nvGrpSpPr>
          <p:cNvPr id="160" name="Group 159">
            <a:extLst>
              <a:ext uri="{FF2B5EF4-FFF2-40B4-BE49-F238E27FC236}">
                <a16:creationId xmlns:a16="http://schemas.microsoft.com/office/drawing/2014/main" id="{B4ECC99E-581D-E625-4F1D-920F9D92150A}"/>
              </a:ext>
            </a:extLst>
          </p:cNvPr>
          <p:cNvGrpSpPr/>
          <p:nvPr/>
        </p:nvGrpSpPr>
        <p:grpSpPr>
          <a:xfrm>
            <a:off x="4730721" y="3556796"/>
            <a:ext cx="860622" cy="859536"/>
            <a:chOff x="4248912" y="1670304"/>
            <a:chExt cx="860622" cy="859536"/>
          </a:xfrm>
        </p:grpSpPr>
        <p:sp>
          <p:nvSpPr>
            <p:cNvPr id="161" name="Rectangle 160">
              <a:extLst>
                <a:ext uri="{FF2B5EF4-FFF2-40B4-BE49-F238E27FC236}">
                  <a16:creationId xmlns:a16="http://schemas.microsoft.com/office/drawing/2014/main" id="{17904BB0-60C3-0645-5569-C743229C0971}"/>
                </a:ext>
              </a:extLst>
            </p:cNvPr>
            <p:cNvSpPr/>
            <p:nvPr/>
          </p:nvSpPr>
          <p:spPr>
            <a:xfrm>
              <a:off x="4297680" y="1719072"/>
              <a:ext cx="780288" cy="780288"/>
            </a:xfrm>
            <a:prstGeom prst="rect">
              <a:avLst/>
            </a:prstGeom>
            <a:solidFill>
              <a:schemeClr val="accent1">
                <a:alpha val="45623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/>
            </a:p>
          </p:txBody>
        </p:sp>
        <p:sp>
          <p:nvSpPr>
            <p:cNvPr id="162" name="TextBox 161">
              <a:extLst>
                <a:ext uri="{FF2B5EF4-FFF2-40B4-BE49-F238E27FC236}">
                  <a16:creationId xmlns:a16="http://schemas.microsoft.com/office/drawing/2014/main" id="{679F3FFE-3BEB-292A-3721-20EDA3EF77C3}"/>
                </a:ext>
              </a:extLst>
            </p:cNvPr>
            <p:cNvSpPr txBox="1"/>
            <p:nvPr/>
          </p:nvSpPr>
          <p:spPr>
            <a:xfrm>
              <a:off x="4248912" y="1670304"/>
              <a:ext cx="26321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L" sz="1200" dirty="0"/>
                <a:t>1</a:t>
              </a:r>
            </a:p>
          </p:txBody>
        </p:sp>
        <p:sp>
          <p:nvSpPr>
            <p:cNvPr id="163" name="TextBox 162">
              <a:extLst>
                <a:ext uri="{FF2B5EF4-FFF2-40B4-BE49-F238E27FC236}">
                  <a16:creationId xmlns:a16="http://schemas.microsoft.com/office/drawing/2014/main" id="{B72CB7FD-A252-9A6E-1C72-E40B80D58E7C}"/>
                </a:ext>
              </a:extLst>
            </p:cNvPr>
            <p:cNvSpPr txBox="1"/>
            <p:nvPr/>
          </p:nvSpPr>
          <p:spPr>
            <a:xfrm>
              <a:off x="4846320" y="2252841"/>
              <a:ext cx="26321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L" sz="1200" dirty="0"/>
                <a:t>2</a:t>
              </a:r>
            </a:p>
          </p:txBody>
        </p:sp>
        <p:sp>
          <p:nvSpPr>
            <p:cNvPr id="164" name="TextBox 163">
              <a:extLst>
                <a:ext uri="{FF2B5EF4-FFF2-40B4-BE49-F238E27FC236}">
                  <a16:creationId xmlns:a16="http://schemas.microsoft.com/office/drawing/2014/main" id="{AC568876-2C2A-DAA8-1C8E-AFED4082C9EE}"/>
                </a:ext>
              </a:extLst>
            </p:cNvPr>
            <p:cNvSpPr txBox="1"/>
            <p:nvPr/>
          </p:nvSpPr>
          <p:spPr>
            <a:xfrm>
              <a:off x="4255008" y="2240649"/>
              <a:ext cx="26321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L" sz="1200" dirty="0"/>
                <a:t>3</a:t>
              </a:r>
            </a:p>
          </p:txBody>
        </p:sp>
        <p:sp>
          <p:nvSpPr>
            <p:cNvPr id="165" name="TextBox 164">
              <a:extLst>
                <a:ext uri="{FF2B5EF4-FFF2-40B4-BE49-F238E27FC236}">
                  <a16:creationId xmlns:a16="http://schemas.microsoft.com/office/drawing/2014/main" id="{0B2AC13F-9704-5759-A2CD-574756301829}"/>
                </a:ext>
              </a:extLst>
            </p:cNvPr>
            <p:cNvSpPr txBox="1"/>
            <p:nvPr/>
          </p:nvSpPr>
          <p:spPr>
            <a:xfrm>
              <a:off x="4846320" y="1676400"/>
              <a:ext cx="26321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L" sz="1200" dirty="0"/>
                <a:t>4</a:t>
              </a:r>
            </a:p>
          </p:txBody>
        </p:sp>
      </p:grpSp>
      <p:grpSp>
        <p:nvGrpSpPr>
          <p:cNvPr id="166" name="Group 165">
            <a:extLst>
              <a:ext uri="{FF2B5EF4-FFF2-40B4-BE49-F238E27FC236}">
                <a16:creationId xmlns:a16="http://schemas.microsoft.com/office/drawing/2014/main" id="{362F586D-A7F5-BA07-3A9A-9942ABBC0410}"/>
              </a:ext>
            </a:extLst>
          </p:cNvPr>
          <p:cNvGrpSpPr/>
          <p:nvPr/>
        </p:nvGrpSpPr>
        <p:grpSpPr>
          <a:xfrm>
            <a:off x="5514182" y="3555710"/>
            <a:ext cx="860622" cy="859536"/>
            <a:chOff x="4248912" y="1670304"/>
            <a:chExt cx="860622" cy="859536"/>
          </a:xfrm>
        </p:grpSpPr>
        <p:sp>
          <p:nvSpPr>
            <p:cNvPr id="167" name="Rectangle 166">
              <a:extLst>
                <a:ext uri="{FF2B5EF4-FFF2-40B4-BE49-F238E27FC236}">
                  <a16:creationId xmlns:a16="http://schemas.microsoft.com/office/drawing/2014/main" id="{0F1774DE-3204-838F-8DAB-42785C472DD8}"/>
                </a:ext>
              </a:extLst>
            </p:cNvPr>
            <p:cNvSpPr/>
            <p:nvPr/>
          </p:nvSpPr>
          <p:spPr>
            <a:xfrm>
              <a:off x="4297680" y="1719072"/>
              <a:ext cx="780288" cy="780288"/>
            </a:xfrm>
            <a:prstGeom prst="rect">
              <a:avLst/>
            </a:prstGeom>
            <a:solidFill>
              <a:srgbClr val="FF0000">
                <a:alpha val="45623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/>
            </a:p>
          </p:txBody>
        </p:sp>
        <p:sp>
          <p:nvSpPr>
            <p:cNvPr id="168" name="TextBox 167">
              <a:extLst>
                <a:ext uri="{FF2B5EF4-FFF2-40B4-BE49-F238E27FC236}">
                  <a16:creationId xmlns:a16="http://schemas.microsoft.com/office/drawing/2014/main" id="{FA2D7B93-68B0-CF79-7828-A4D9639D09DC}"/>
                </a:ext>
              </a:extLst>
            </p:cNvPr>
            <p:cNvSpPr txBox="1"/>
            <p:nvPr/>
          </p:nvSpPr>
          <p:spPr>
            <a:xfrm>
              <a:off x="4248912" y="1670304"/>
              <a:ext cx="26321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L" sz="1200" dirty="0"/>
                <a:t>6</a:t>
              </a:r>
            </a:p>
          </p:txBody>
        </p:sp>
        <p:sp>
          <p:nvSpPr>
            <p:cNvPr id="169" name="TextBox 168">
              <a:extLst>
                <a:ext uri="{FF2B5EF4-FFF2-40B4-BE49-F238E27FC236}">
                  <a16:creationId xmlns:a16="http://schemas.microsoft.com/office/drawing/2014/main" id="{48FF02BC-45B3-F535-71C1-0CD5241E1235}"/>
                </a:ext>
              </a:extLst>
            </p:cNvPr>
            <p:cNvSpPr txBox="1"/>
            <p:nvPr/>
          </p:nvSpPr>
          <p:spPr>
            <a:xfrm>
              <a:off x="4846320" y="2252841"/>
              <a:ext cx="26321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L" sz="1200" dirty="0"/>
                <a:t>5</a:t>
              </a:r>
            </a:p>
          </p:txBody>
        </p:sp>
        <p:sp>
          <p:nvSpPr>
            <p:cNvPr id="170" name="TextBox 169">
              <a:extLst>
                <a:ext uri="{FF2B5EF4-FFF2-40B4-BE49-F238E27FC236}">
                  <a16:creationId xmlns:a16="http://schemas.microsoft.com/office/drawing/2014/main" id="{46DB57E8-C787-1106-BFE4-126724A41B04}"/>
                </a:ext>
              </a:extLst>
            </p:cNvPr>
            <p:cNvSpPr txBox="1"/>
            <p:nvPr/>
          </p:nvSpPr>
          <p:spPr>
            <a:xfrm>
              <a:off x="4255008" y="2240649"/>
              <a:ext cx="26321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L" sz="1200" dirty="0"/>
                <a:t>3</a:t>
              </a:r>
            </a:p>
          </p:txBody>
        </p:sp>
        <p:sp>
          <p:nvSpPr>
            <p:cNvPr id="171" name="TextBox 170">
              <a:extLst>
                <a:ext uri="{FF2B5EF4-FFF2-40B4-BE49-F238E27FC236}">
                  <a16:creationId xmlns:a16="http://schemas.microsoft.com/office/drawing/2014/main" id="{EF85B045-ABEE-95C7-0A12-8D835A94BED8}"/>
                </a:ext>
              </a:extLst>
            </p:cNvPr>
            <p:cNvSpPr txBox="1"/>
            <p:nvPr/>
          </p:nvSpPr>
          <p:spPr>
            <a:xfrm>
              <a:off x="4846320" y="1676400"/>
              <a:ext cx="26321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L" sz="1200" dirty="0"/>
                <a:t>4</a:t>
              </a:r>
            </a:p>
          </p:txBody>
        </p:sp>
      </p:grpSp>
      <p:grpSp>
        <p:nvGrpSpPr>
          <p:cNvPr id="172" name="Group 171">
            <a:extLst>
              <a:ext uri="{FF2B5EF4-FFF2-40B4-BE49-F238E27FC236}">
                <a16:creationId xmlns:a16="http://schemas.microsoft.com/office/drawing/2014/main" id="{5567D3AF-B517-C808-E0ED-00B1B7D43240}"/>
              </a:ext>
            </a:extLst>
          </p:cNvPr>
          <p:cNvGrpSpPr/>
          <p:nvPr/>
        </p:nvGrpSpPr>
        <p:grpSpPr>
          <a:xfrm>
            <a:off x="3947093" y="4333998"/>
            <a:ext cx="860622" cy="859536"/>
            <a:chOff x="4248912" y="1670304"/>
            <a:chExt cx="860622" cy="859536"/>
          </a:xfrm>
        </p:grpSpPr>
        <p:sp>
          <p:nvSpPr>
            <p:cNvPr id="173" name="Rectangle 172">
              <a:extLst>
                <a:ext uri="{FF2B5EF4-FFF2-40B4-BE49-F238E27FC236}">
                  <a16:creationId xmlns:a16="http://schemas.microsoft.com/office/drawing/2014/main" id="{F43C12DF-317E-D96B-39A5-B9BD4E0DD735}"/>
                </a:ext>
              </a:extLst>
            </p:cNvPr>
            <p:cNvSpPr/>
            <p:nvPr/>
          </p:nvSpPr>
          <p:spPr>
            <a:xfrm>
              <a:off x="4297680" y="1719072"/>
              <a:ext cx="780288" cy="780288"/>
            </a:xfrm>
            <a:prstGeom prst="rect">
              <a:avLst/>
            </a:prstGeom>
            <a:solidFill>
              <a:schemeClr val="accent1">
                <a:alpha val="45623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/>
            </a:p>
          </p:txBody>
        </p:sp>
        <p:sp>
          <p:nvSpPr>
            <p:cNvPr id="174" name="TextBox 173">
              <a:extLst>
                <a:ext uri="{FF2B5EF4-FFF2-40B4-BE49-F238E27FC236}">
                  <a16:creationId xmlns:a16="http://schemas.microsoft.com/office/drawing/2014/main" id="{5256616F-33C9-78FF-E5B4-D35186B7CD30}"/>
                </a:ext>
              </a:extLst>
            </p:cNvPr>
            <p:cNvSpPr txBox="1"/>
            <p:nvPr/>
          </p:nvSpPr>
          <p:spPr>
            <a:xfrm>
              <a:off x="4248912" y="1670304"/>
              <a:ext cx="26321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L" sz="1200" dirty="0"/>
                <a:t>1</a:t>
              </a:r>
            </a:p>
          </p:txBody>
        </p:sp>
        <p:sp>
          <p:nvSpPr>
            <p:cNvPr id="175" name="TextBox 174">
              <a:extLst>
                <a:ext uri="{FF2B5EF4-FFF2-40B4-BE49-F238E27FC236}">
                  <a16:creationId xmlns:a16="http://schemas.microsoft.com/office/drawing/2014/main" id="{E8D4D67D-6C99-1823-2FA9-035C2908B7C3}"/>
                </a:ext>
              </a:extLst>
            </p:cNvPr>
            <p:cNvSpPr txBox="1"/>
            <p:nvPr/>
          </p:nvSpPr>
          <p:spPr>
            <a:xfrm>
              <a:off x="4846320" y="2252841"/>
              <a:ext cx="26321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L" sz="1200" dirty="0"/>
                <a:t>2</a:t>
              </a:r>
            </a:p>
          </p:txBody>
        </p:sp>
        <p:sp>
          <p:nvSpPr>
            <p:cNvPr id="176" name="TextBox 175">
              <a:extLst>
                <a:ext uri="{FF2B5EF4-FFF2-40B4-BE49-F238E27FC236}">
                  <a16:creationId xmlns:a16="http://schemas.microsoft.com/office/drawing/2014/main" id="{DAEDD463-7D83-06A2-3231-7295D6D20E31}"/>
                </a:ext>
              </a:extLst>
            </p:cNvPr>
            <p:cNvSpPr txBox="1"/>
            <p:nvPr/>
          </p:nvSpPr>
          <p:spPr>
            <a:xfrm>
              <a:off x="4255008" y="2240649"/>
              <a:ext cx="26321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L" sz="1200" dirty="0"/>
                <a:t>3</a:t>
              </a:r>
            </a:p>
          </p:txBody>
        </p:sp>
        <p:sp>
          <p:nvSpPr>
            <p:cNvPr id="177" name="TextBox 176">
              <a:extLst>
                <a:ext uri="{FF2B5EF4-FFF2-40B4-BE49-F238E27FC236}">
                  <a16:creationId xmlns:a16="http://schemas.microsoft.com/office/drawing/2014/main" id="{89D375C8-73E4-25F8-388B-EA281D267E7B}"/>
                </a:ext>
              </a:extLst>
            </p:cNvPr>
            <p:cNvSpPr txBox="1"/>
            <p:nvPr/>
          </p:nvSpPr>
          <p:spPr>
            <a:xfrm>
              <a:off x="4846320" y="1676400"/>
              <a:ext cx="26321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L" sz="1200" dirty="0"/>
                <a:t>4</a:t>
              </a:r>
            </a:p>
          </p:txBody>
        </p:sp>
      </p:grpSp>
      <p:grpSp>
        <p:nvGrpSpPr>
          <p:cNvPr id="178" name="Group 177">
            <a:extLst>
              <a:ext uri="{FF2B5EF4-FFF2-40B4-BE49-F238E27FC236}">
                <a16:creationId xmlns:a16="http://schemas.microsoft.com/office/drawing/2014/main" id="{BC902249-649E-52AF-ED09-CF3D40B36240}"/>
              </a:ext>
            </a:extLst>
          </p:cNvPr>
          <p:cNvGrpSpPr/>
          <p:nvPr/>
        </p:nvGrpSpPr>
        <p:grpSpPr>
          <a:xfrm>
            <a:off x="4730554" y="4332912"/>
            <a:ext cx="860622" cy="859536"/>
            <a:chOff x="4248912" y="1670304"/>
            <a:chExt cx="860622" cy="859536"/>
          </a:xfrm>
        </p:grpSpPr>
        <p:sp>
          <p:nvSpPr>
            <p:cNvPr id="179" name="Rectangle 178">
              <a:extLst>
                <a:ext uri="{FF2B5EF4-FFF2-40B4-BE49-F238E27FC236}">
                  <a16:creationId xmlns:a16="http://schemas.microsoft.com/office/drawing/2014/main" id="{E23FDEE8-CC95-756B-A218-DBD0F51033D6}"/>
                </a:ext>
              </a:extLst>
            </p:cNvPr>
            <p:cNvSpPr/>
            <p:nvPr/>
          </p:nvSpPr>
          <p:spPr>
            <a:xfrm>
              <a:off x="4297680" y="1719072"/>
              <a:ext cx="780288" cy="780288"/>
            </a:xfrm>
            <a:prstGeom prst="rect">
              <a:avLst/>
            </a:prstGeom>
            <a:solidFill>
              <a:srgbClr val="FF0000">
                <a:alpha val="45623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/>
            </a:p>
          </p:txBody>
        </p:sp>
        <p:sp>
          <p:nvSpPr>
            <p:cNvPr id="180" name="TextBox 179">
              <a:extLst>
                <a:ext uri="{FF2B5EF4-FFF2-40B4-BE49-F238E27FC236}">
                  <a16:creationId xmlns:a16="http://schemas.microsoft.com/office/drawing/2014/main" id="{BD64DF04-6270-1A51-B05E-5F84D0824266}"/>
                </a:ext>
              </a:extLst>
            </p:cNvPr>
            <p:cNvSpPr txBox="1"/>
            <p:nvPr/>
          </p:nvSpPr>
          <p:spPr>
            <a:xfrm>
              <a:off x="4248912" y="1670304"/>
              <a:ext cx="26321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L" sz="1200" dirty="0"/>
                <a:t>6</a:t>
              </a:r>
            </a:p>
          </p:txBody>
        </p:sp>
        <p:sp>
          <p:nvSpPr>
            <p:cNvPr id="181" name="TextBox 180">
              <a:extLst>
                <a:ext uri="{FF2B5EF4-FFF2-40B4-BE49-F238E27FC236}">
                  <a16:creationId xmlns:a16="http://schemas.microsoft.com/office/drawing/2014/main" id="{6EAF2B88-FD6D-2942-49C7-8727005DE06F}"/>
                </a:ext>
              </a:extLst>
            </p:cNvPr>
            <p:cNvSpPr txBox="1"/>
            <p:nvPr/>
          </p:nvSpPr>
          <p:spPr>
            <a:xfrm>
              <a:off x="4846320" y="2252841"/>
              <a:ext cx="26321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L" sz="1200" dirty="0"/>
                <a:t>5</a:t>
              </a:r>
            </a:p>
          </p:txBody>
        </p:sp>
        <p:sp>
          <p:nvSpPr>
            <p:cNvPr id="182" name="TextBox 181">
              <a:extLst>
                <a:ext uri="{FF2B5EF4-FFF2-40B4-BE49-F238E27FC236}">
                  <a16:creationId xmlns:a16="http://schemas.microsoft.com/office/drawing/2014/main" id="{C7689BB7-C981-583F-F6B2-D1A0BB0CC7BD}"/>
                </a:ext>
              </a:extLst>
            </p:cNvPr>
            <p:cNvSpPr txBox="1"/>
            <p:nvPr/>
          </p:nvSpPr>
          <p:spPr>
            <a:xfrm>
              <a:off x="4255008" y="2240649"/>
              <a:ext cx="26321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L" sz="1200" dirty="0"/>
                <a:t>3</a:t>
              </a:r>
            </a:p>
          </p:txBody>
        </p:sp>
        <p:sp>
          <p:nvSpPr>
            <p:cNvPr id="183" name="TextBox 182">
              <a:extLst>
                <a:ext uri="{FF2B5EF4-FFF2-40B4-BE49-F238E27FC236}">
                  <a16:creationId xmlns:a16="http://schemas.microsoft.com/office/drawing/2014/main" id="{92647374-5C27-A31A-C4FE-FB306EA20846}"/>
                </a:ext>
              </a:extLst>
            </p:cNvPr>
            <p:cNvSpPr txBox="1"/>
            <p:nvPr/>
          </p:nvSpPr>
          <p:spPr>
            <a:xfrm>
              <a:off x="4846320" y="1676400"/>
              <a:ext cx="26321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L" sz="1200" dirty="0"/>
                <a:t>4</a:t>
              </a:r>
            </a:p>
          </p:txBody>
        </p:sp>
      </p:grpSp>
      <p:grpSp>
        <p:nvGrpSpPr>
          <p:cNvPr id="184" name="Group 183">
            <a:extLst>
              <a:ext uri="{FF2B5EF4-FFF2-40B4-BE49-F238E27FC236}">
                <a16:creationId xmlns:a16="http://schemas.microsoft.com/office/drawing/2014/main" id="{05E7D3D9-2078-48C4-BCCF-A288EF0D496E}"/>
              </a:ext>
            </a:extLst>
          </p:cNvPr>
          <p:cNvGrpSpPr/>
          <p:nvPr/>
        </p:nvGrpSpPr>
        <p:grpSpPr>
          <a:xfrm>
            <a:off x="5514015" y="4332912"/>
            <a:ext cx="860622" cy="859536"/>
            <a:chOff x="4248912" y="1670304"/>
            <a:chExt cx="860622" cy="859536"/>
          </a:xfrm>
        </p:grpSpPr>
        <p:sp>
          <p:nvSpPr>
            <p:cNvPr id="185" name="Rectangle 184">
              <a:extLst>
                <a:ext uri="{FF2B5EF4-FFF2-40B4-BE49-F238E27FC236}">
                  <a16:creationId xmlns:a16="http://schemas.microsoft.com/office/drawing/2014/main" id="{620C5CE3-D28F-1B63-5AC9-6D84814EA982}"/>
                </a:ext>
              </a:extLst>
            </p:cNvPr>
            <p:cNvSpPr/>
            <p:nvPr/>
          </p:nvSpPr>
          <p:spPr>
            <a:xfrm>
              <a:off x="4297680" y="1719072"/>
              <a:ext cx="780288" cy="780288"/>
            </a:xfrm>
            <a:prstGeom prst="rect">
              <a:avLst/>
            </a:prstGeom>
            <a:solidFill>
              <a:schemeClr val="accent1">
                <a:alpha val="45623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/>
            </a:p>
          </p:txBody>
        </p:sp>
        <p:sp>
          <p:nvSpPr>
            <p:cNvPr id="186" name="TextBox 185">
              <a:extLst>
                <a:ext uri="{FF2B5EF4-FFF2-40B4-BE49-F238E27FC236}">
                  <a16:creationId xmlns:a16="http://schemas.microsoft.com/office/drawing/2014/main" id="{C55041D2-9DD5-29DD-6BE9-997B26EAC158}"/>
                </a:ext>
              </a:extLst>
            </p:cNvPr>
            <p:cNvSpPr txBox="1"/>
            <p:nvPr/>
          </p:nvSpPr>
          <p:spPr>
            <a:xfrm>
              <a:off x="4248912" y="1670304"/>
              <a:ext cx="26321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L" sz="1200" dirty="0"/>
                <a:t>1</a:t>
              </a:r>
            </a:p>
          </p:txBody>
        </p:sp>
        <p:sp>
          <p:nvSpPr>
            <p:cNvPr id="187" name="TextBox 186">
              <a:extLst>
                <a:ext uri="{FF2B5EF4-FFF2-40B4-BE49-F238E27FC236}">
                  <a16:creationId xmlns:a16="http://schemas.microsoft.com/office/drawing/2014/main" id="{68B56B6D-2D2C-93D3-4A4F-3C144F73E704}"/>
                </a:ext>
              </a:extLst>
            </p:cNvPr>
            <p:cNvSpPr txBox="1"/>
            <p:nvPr/>
          </p:nvSpPr>
          <p:spPr>
            <a:xfrm>
              <a:off x="4846320" y="2252841"/>
              <a:ext cx="26321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L" sz="1200" dirty="0"/>
                <a:t>2</a:t>
              </a:r>
            </a:p>
          </p:txBody>
        </p:sp>
        <p:sp>
          <p:nvSpPr>
            <p:cNvPr id="188" name="TextBox 187">
              <a:extLst>
                <a:ext uri="{FF2B5EF4-FFF2-40B4-BE49-F238E27FC236}">
                  <a16:creationId xmlns:a16="http://schemas.microsoft.com/office/drawing/2014/main" id="{BA686040-6DBC-77FF-7DD6-030EFFD086FD}"/>
                </a:ext>
              </a:extLst>
            </p:cNvPr>
            <p:cNvSpPr txBox="1"/>
            <p:nvPr/>
          </p:nvSpPr>
          <p:spPr>
            <a:xfrm>
              <a:off x="4255008" y="2240649"/>
              <a:ext cx="26321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L" sz="1200" dirty="0"/>
                <a:t>3</a:t>
              </a:r>
            </a:p>
          </p:txBody>
        </p:sp>
        <p:sp>
          <p:nvSpPr>
            <p:cNvPr id="189" name="TextBox 188">
              <a:extLst>
                <a:ext uri="{FF2B5EF4-FFF2-40B4-BE49-F238E27FC236}">
                  <a16:creationId xmlns:a16="http://schemas.microsoft.com/office/drawing/2014/main" id="{2D25079F-2A2E-A7D5-653D-E85168FFE0EC}"/>
                </a:ext>
              </a:extLst>
            </p:cNvPr>
            <p:cNvSpPr txBox="1"/>
            <p:nvPr/>
          </p:nvSpPr>
          <p:spPr>
            <a:xfrm>
              <a:off x="4846320" y="1676400"/>
              <a:ext cx="26321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L" sz="1200" dirty="0"/>
                <a:t>4</a:t>
              </a:r>
            </a:p>
          </p:txBody>
        </p:sp>
      </p:grpSp>
      <p:grpSp>
        <p:nvGrpSpPr>
          <p:cNvPr id="190" name="Group 189">
            <a:extLst>
              <a:ext uri="{FF2B5EF4-FFF2-40B4-BE49-F238E27FC236}">
                <a16:creationId xmlns:a16="http://schemas.microsoft.com/office/drawing/2014/main" id="{E1C3E8EF-6167-F3AE-16AF-1F9FEFBF4472}"/>
              </a:ext>
            </a:extLst>
          </p:cNvPr>
          <p:cNvGrpSpPr/>
          <p:nvPr/>
        </p:nvGrpSpPr>
        <p:grpSpPr>
          <a:xfrm>
            <a:off x="6299899" y="3557715"/>
            <a:ext cx="860622" cy="859536"/>
            <a:chOff x="4248912" y="1670304"/>
            <a:chExt cx="860622" cy="859536"/>
          </a:xfrm>
        </p:grpSpPr>
        <p:sp>
          <p:nvSpPr>
            <p:cNvPr id="191" name="Rectangle 190">
              <a:extLst>
                <a:ext uri="{FF2B5EF4-FFF2-40B4-BE49-F238E27FC236}">
                  <a16:creationId xmlns:a16="http://schemas.microsoft.com/office/drawing/2014/main" id="{4A75CA12-FA68-4CD8-2FDB-347309EF333D}"/>
                </a:ext>
              </a:extLst>
            </p:cNvPr>
            <p:cNvSpPr/>
            <p:nvPr/>
          </p:nvSpPr>
          <p:spPr>
            <a:xfrm>
              <a:off x="4297680" y="1719072"/>
              <a:ext cx="780288" cy="780288"/>
            </a:xfrm>
            <a:prstGeom prst="rect">
              <a:avLst/>
            </a:prstGeom>
            <a:solidFill>
              <a:schemeClr val="accent1">
                <a:alpha val="45623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/>
            </a:p>
          </p:txBody>
        </p:sp>
        <p:sp>
          <p:nvSpPr>
            <p:cNvPr id="192" name="TextBox 191">
              <a:extLst>
                <a:ext uri="{FF2B5EF4-FFF2-40B4-BE49-F238E27FC236}">
                  <a16:creationId xmlns:a16="http://schemas.microsoft.com/office/drawing/2014/main" id="{3C75F4F0-4CF4-38A5-EF67-8DC922A7C896}"/>
                </a:ext>
              </a:extLst>
            </p:cNvPr>
            <p:cNvSpPr txBox="1"/>
            <p:nvPr/>
          </p:nvSpPr>
          <p:spPr>
            <a:xfrm>
              <a:off x="4248912" y="1670304"/>
              <a:ext cx="26321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L" sz="1200" dirty="0"/>
                <a:t>1</a:t>
              </a:r>
            </a:p>
          </p:txBody>
        </p:sp>
        <p:sp>
          <p:nvSpPr>
            <p:cNvPr id="193" name="TextBox 192">
              <a:extLst>
                <a:ext uri="{FF2B5EF4-FFF2-40B4-BE49-F238E27FC236}">
                  <a16:creationId xmlns:a16="http://schemas.microsoft.com/office/drawing/2014/main" id="{C8E82263-E939-256C-F65E-4EFF49F4776F}"/>
                </a:ext>
              </a:extLst>
            </p:cNvPr>
            <p:cNvSpPr txBox="1"/>
            <p:nvPr/>
          </p:nvSpPr>
          <p:spPr>
            <a:xfrm>
              <a:off x="4846320" y="2252841"/>
              <a:ext cx="26321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L" sz="1200" dirty="0"/>
                <a:t>2</a:t>
              </a:r>
            </a:p>
          </p:txBody>
        </p:sp>
        <p:sp>
          <p:nvSpPr>
            <p:cNvPr id="194" name="TextBox 193">
              <a:extLst>
                <a:ext uri="{FF2B5EF4-FFF2-40B4-BE49-F238E27FC236}">
                  <a16:creationId xmlns:a16="http://schemas.microsoft.com/office/drawing/2014/main" id="{CB97C509-A4A6-6B08-48A2-DA7541F2CC33}"/>
                </a:ext>
              </a:extLst>
            </p:cNvPr>
            <p:cNvSpPr txBox="1"/>
            <p:nvPr/>
          </p:nvSpPr>
          <p:spPr>
            <a:xfrm>
              <a:off x="4255008" y="2240649"/>
              <a:ext cx="26321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L" sz="1200" dirty="0"/>
                <a:t>3</a:t>
              </a:r>
            </a:p>
          </p:txBody>
        </p:sp>
        <p:sp>
          <p:nvSpPr>
            <p:cNvPr id="195" name="TextBox 194">
              <a:extLst>
                <a:ext uri="{FF2B5EF4-FFF2-40B4-BE49-F238E27FC236}">
                  <a16:creationId xmlns:a16="http://schemas.microsoft.com/office/drawing/2014/main" id="{C92EBCED-DFBE-A6AC-AC09-75A100B2F074}"/>
                </a:ext>
              </a:extLst>
            </p:cNvPr>
            <p:cNvSpPr txBox="1"/>
            <p:nvPr/>
          </p:nvSpPr>
          <p:spPr>
            <a:xfrm>
              <a:off x="4846320" y="1676400"/>
              <a:ext cx="26321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L" sz="1200" dirty="0"/>
                <a:t>4</a:t>
              </a:r>
            </a:p>
          </p:txBody>
        </p:sp>
      </p:grpSp>
      <p:grpSp>
        <p:nvGrpSpPr>
          <p:cNvPr id="196" name="Group 195">
            <a:extLst>
              <a:ext uri="{FF2B5EF4-FFF2-40B4-BE49-F238E27FC236}">
                <a16:creationId xmlns:a16="http://schemas.microsoft.com/office/drawing/2014/main" id="{C64602D8-9DA0-3543-8E6E-2E9CEC72BA5E}"/>
              </a:ext>
            </a:extLst>
          </p:cNvPr>
          <p:cNvGrpSpPr/>
          <p:nvPr/>
        </p:nvGrpSpPr>
        <p:grpSpPr>
          <a:xfrm>
            <a:off x="7083360" y="3556629"/>
            <a:ext cx="860622" cy="859536"/>
            <a:chOff x="4248912" y="1670304"/>
            <a:chExt cx="860622" cy="859536"/>
          </a:xfrm>
        </p:grpSpPr>
        <p:sp>
          <p:nvSpPr>
            <p:cNvPr id="197" name="Rectangle 196">
              <a:extLst>
                <a:ext uri="{FF2B5EF4-FFF2-40B4-BE49-F238E27FC236}">
                  <a16:creationId xmlns:a16="http://schemas.microsoft.com/office/drawing/2014/main" id="{BDF70F94-33F5-C1BC-9CE6-E9EDB880C184}"/>
                </a:ext>
              </a:extLst>
            </p:cNvPr>
            <p:cNvSpPr/>
            <p:nvPr/>
          </p:nvSpPr>
          <p:spPr>
            <a:xfrm>
              <a:off x="4297680" y="1719072"/>
              <a:ext cx="780288" cy="780288"/>
            </a:xfrm>
            <a:prstGeom prst="rect">
              <a:avLst/>
            </a:prstGeom>
            <a:solidFill>
              <a:srgbClr val="FF0000">
                <a:alpha val="45623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/>
            </a:p>
          </p:txBody>
        </p:sp>
        <p:sp>
          <p:nvSpPr>
            <p:cNvPr id="198" name="TextBox 197">
              <a:extLst>
                <a:ext uri="{FF2B5EF4-FFF2-40B4-BE49-F238E27FC236}">
                  <a16:creationId xmlns:a16="http://schemas.microsoft.com/office/drawing/2014/main" id="{700BFF17-2C4F-5164-4FFC-2A4459B4E717}"/>
                </a:ext>
              </a:extLst>
            </p:cNvPr>
            <p:cNvSpPr txBox="1"/>
            <p:nvPr/>
          </p:nvSpPr>
          <p:spPr>
            <a:xfrm>
              <a:off x="4248912" y="1670304"/>
              <a:ext cx="26321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L" sz="1200" dirty="0"/>
                <a:t>6</a:t>
              </a:r>
            </a:p>
          </p:txBody>
        </p:sp>
        <p:sp>
          <p:nvSpPr>
            <p:cNvPr id="199" name="TextBox 198">
              <a:extLst>
                <a:ext uri="{FF2B5EF4-FFF2-40B4-BE49-F238E27FC236}">
                  <a16:creationId xmlns:a16="http://schemas.microsoft.com/office/drawing/2014/main" id="{1AFB8FE3-573A-BF11-3632-21DCE10468F8}"/>
                </a:ext>
              </a:extLst>
            </p:cNvPr>
            <p:cNvSpPr txBox="1"/>
            <p:nvPr/>
          </p:nvSpPr>
          <p:spPr>
            <a:xfrm>
              <a:off x="4846320" y="2252841"/>
              <a:ext cx="26321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L" sz="1200" dirty="0"/>
                <a:t>5</a:t>
              </a:r>
            </a:p>
          </p:txBody>
        </p:sp>
        <p:sp>
          <p:nvSpPr>
            <p:cNvPr id="200" name="TextBox 199">
              <a:extLst>
                <a:ext uri="{FF2B5EF4-FFF2-40B4-BE49-F238E27FC236}">
                  <a16:creationId xmlns:a16="http://schemas.microsoft.com/office/drawing/2014/main" id="{A5EA8117-A927-275D-515E-DAFD5D5D3361}"/>
                </a:ext>
              </a:extLst>
            </p:cNvPr>
            <p:cNvSpPr txBox="1"/>
            <p:nvPr/>
          </p:nvSpPr>
          <p:spPr>
            <a:xfrm>
              <a:off x="4255008" y="2240649"/>
              <a:ext cx="26321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L" sz="1200" dirty="0"/>
                <a:t>3</a:t>
              </a:r>
            </a:p>
          </p:txBody>
        </p:sp>
        <p:sp>
          <p:nvSpPr>
            <p:cNvPr id="201" name="TextBox 200">
              <a:extLst>
                <a:ext uri="{FF2B5EF4-FFF2-40B4-BE49-F238E27FC236}">
                  <a16:creationId xmlns:a16="http://schemas.microsoft.com/office/drawing/2014/main" id="{A8D2E80D-EFE8-2A6E-3016-7664F4C72B3C}"/>
                </a:ext>
              </a:extLst>
            </p:cNvPr>
            <p:cNvSpPr txBox="1"/>
            <p:nvPr/>
          </p:nvSpPr>
          <p:spPr>
            <a:xfrm>
              <a:off x="4846320" y="1676400"/>
              <a:ext cx="26321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L" sz="1200" dirty="0"/>
                <a:t>4</a:t>
              </a:r>
            </a:p>
          </p:txBody>
        </p:sp>
      </p:grpSp>
      <p:grpSp>
        <p:nvGrpSpPr>
          <p:cNvPr id="202" name="Group 201">
            <a:extLst>
              <a:ext uri="{FF2B5EF4-FFF2-40B4-BE49-F238E27FC236}">
                <a16:creationId xmlns:a16="http://schemas.microsoft.com/office/drawing/2014/main" id="{DDE5F82A-18FE-0116-AD72-DA02BF7318F0}"/>
              </a:ext>
            </a:extLst>
          </p:cNvPr>
          <p:cNvGrpSpPr/>
          <p:nvPr/>
        </p:nvGrpSpPr>
        <p:grpSpPr>
          <a:xfrm>
            <a:off x="6299732" y="4333831"/>
            <a:ext cx="860622" cy="859536"/>
            <a:chOff x="4248912" y="1670304"/>
            <a:chExt cx="860622" cy="859536"/>
          </a:xfrm>
        </p:grpSpPr>
        <p:sp>
          <p:nvSpPr>
            <p:cNvPr id="203" name="Rectangle 202">
              <a:extLst>
                <a:ext uri="{FF2B5EF4-FFF2-40B4-BE49-F238E27FC236}">
                  <a16:creationId xmlns:a16="http://schemas.microsoft.com/office/drawing/2014/main" id="{90EED85E-B30F-426D-5458-E979EF956C0E}"/>
                </a:ext>
              </a:extLst>
            </p:cNvPr>
            <p:cNvSpPr/>
            <p:nvPr/>
          </p:nvSpPr>
          <p:spPr>
            <a:xfrm>
              <a:off x="4297680" y="1719072"/>
              <a:ext cx="780288" cy="780288"/>
            </a:xfrm>
            <a:prstGeom prst="rect">
              <a:avLst/>
            </a:prstGeom>
            <a:solidFill>
              <a:srgbClr val="FF0000">
                <a:alpha val="45623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/>
            </a:p>
          </p:txBody>
        </p:sp>
        <p:sp>
          <p:nvSpPr>
            <p:cNvPr id="204" name="TextBox 203">
              <a:extLst>
                <a:ext uri="{FF2B5EF4-FFF2-40B4-BE49-F238E27FC236}">
                  <a16:creationId xmlns:a16="http://schemas.microsoft.com/office/drawing/2014/main" id="{85F17618-20EE-42AC-D3F4-45BC9B4FD83E}"/>
                </a:ext>
              </a:extLst>
            </p:cNvPr>
            <p:cNvSpPr txBox="1"/>
            <p:nvPr/>
          </p:nvSpPr>
          <p:spPr>
            <a:xfrm>
              <a:off x="4248912" y="1670304"/>
              <a:ext cx="26321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L" sz="1200" dirty="0"/>
                <a:t>6</a:t>
              </a:r>
            </a:p>
          </p:txBody>
        </p:sp>
        <p:sp>
          <p:nvSpPr>
            <p:cNvPr id="205" name="TextBox 204">
              <a:extLst>
                <a:ext uri="{FF2B5EF4-FFF2-40B4-BE49-F238E27FC236}">
                  <a16:creationId xmlns:a16="http://schemas.microsoft.com/office/drawing/2014/main" id="{8CE3BA49-7946-142A-5EB6-271901FB20B9}"/>
                </a:ext>
              </a:extLst>
            </p:cNvPr>
            <p:cNvSpPr txBox="1"/>
            <p:nvPr/>
          </p:nvSpPr>
          <p:spPr>
            <a:xfrm>
              <a:off x="4846320" y="2252841"/>
              <a:ext cx="26321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L" sz="1200" dirty="0"/>
                <a:t>5</a:t>
              </a:r>
            </a:p>
          </p:txBody>
        </p:sp>
        <p:sp>
          <p:nvSpPr>
            <p:cNvPr id="206" name="TextBox 205">
              <a:extLst>
                <a:ext uri="{FF2B5EF4-FFF2-40B4-BE49-F238E27FC236}">
                  <a16:creationId xmlns:a16="http://schemas.microsoft.com/office/drawing/2014/main" id="{61D0FA0D-6ABE-11AD-5AD9-B070EC53E3F5}"/>
                </a:ext>
              </a:extLst>
            </p:cNvPr>
            <p:cNvSpPr txBox="1"/>
            <p:nvPr/>
          </p:nvSpPr>
          <p:spPr>
            <a:xfrm>
              <a:off x="4255008" y="2240649"/>
              <a:ext cx="26321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L" sz="1200" dirty="0"/>
                <a:t>3</a:t>
              </a:r>
            </a:p>
          </p:txBody>
        </p:sp>
        <p:sp>
          <p:nvSpPr>
            <p:cNvPr id="207" name="TextBox 206">
              <a:extLst>
                <a:ext uri="{FF2B5EF4-FFF2-40B4-BE49-F238E27FC236}">
                  <a16:creationId xmlns:a16="http://schemas.microsoft.com/office/drawing/2014/main" id="{947E8530-E1F8-7EFD-F6F3-3ADB3BD4C837}"/>
                </a:ext>
              </a:extLst>
            </p:cNvPr>
            <p:cNvSpPr txBox="1"/>
            <p:nvPr/>
          </p:nvSpPr>
          <p:spPr>
            <a:xfrm>
              <a:off x="4846320" y="1676400"/>
              <a:ext cx="26321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L" sz="1200" dirty="0"/>
                <a:t>4</a:t>
              </a:r>
            </a:p>
          </p:txBody>
        </p:sp>
      </p:grpSp>
      <p:grpSp>
        <p:nvGrpSpPr>
          <p:cNvPr id="208" name="Group 207">
            <a:extLst>
              <a:ext uri="{FF2B5EF4-FFF2-40B4-BE49-F238E27FC236}">
                <a16:creationId xmlns:a16="http://schemas.microsoft.com/office/drawing/2014/main" id="{D9EEC1C0-050E-92A4-107F-045B17780FBA}"/>
              </a:ext>
            </a:extLst>
          </p:cNvPr>
          <p:cNvGrpSpPr/>
          <p:nvPr/>
        </p:nvGrpSpPr>
        <p:grpSpPr>
          <a:xfrm>
            <a:off x="7083193" y="4333831"/>
            <a:ext cx="860622" cy="859536"/>
            <a:chOff x="4248912" y="1670304"/>
            <a:chExt cx="860622" cy="859536"/>
          </a:xfrm>
        </p:grpSpPr>
        <p:sp>
          <p:nvSpPr>
            <p:cNvPr id="209" name="Rectangle 208">
              <a:extLst>
                <a:ext uri="{FF2B5EF4-FFF2-40B4-BE49-F238E27FC236}">
                  <a16:creationId xmlns:a16="http://schemas.microsoft.com/office/drawing/2014/main" id="{FD0DE679-7065-D5E1-92C8-0A808B087DBC}"/>
                </a:ext>
              </a:extLst>
            </p:cNvPr>
            <p:cNvSpPr/>
            <p:nvPr/>
          </p:nvSpPr>
          <p:spPr>
            <a:xfrm>
              <a:off x="4297680" y="1719072"/>
              <a:ext cx="780288" cy="780288"/>
            </a:xfrm>
            <a:prstGeom prst="rect">
              <a:avLst/>
            </a:prstGeom>
            <a:solidFill>
              <a:schemeClr val="accent1">
                <a:alpha val="45623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/>
            </a:p>
          </p:txBody>
        </p:sp>
        <p:sp>
          <p:nvSpPr>
            <p:cNvPr id="210" name="TextBox 209">
              <a:extLst>
                <a:ext uri="{FF2B5EF4-FFF2-40B4-BE49-F238E27FC236}">
                  <a16:creationId xmlns:a16="http://schemas.microsoft.com/office/drawing/2014/main" id="{E483AD31-F822-6334-B676-C9B63684AAF4}"/>
                </a:ext>
              </a:extLst>
            </p:cNvPr>
            <p:cNvSpPr txBox="1"/>
            <p:nvPr/>
          </p:nvSpPr>
          <p:spPr>
            <a:xfrm>
              <a:off x="4248912" y="1670304"/>
              <a:ext cx="26321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L" sz="1200" dirty="0"/>
                <a:t>1</a:t>
              </a:r>
            </a:p>
          </p:txBody>
        </p:sp>
        <p:sp>
          <p:nvSpPr>
            <p:cNvPr id="211" name="TextBox 210">
              <a:extLst>
                <a:ext uri="{FF2B5EF4-FFF2-40B4-BE49-F238E27FC236}">
                  <a16:creationId xmlns:a16="http://schemas.microsoft.com/office/drawing/2014/main" id="{33B4B0E2-52AF-3C08-E7C3-6E9F0BCDB994}"/>
                </a:ext>
              </a:extLst>
            </p:cNvPr>
            <p:cNvSpPr txBox="1"/>
            <p:nvPr/>
          </p:nvSpPr>
          <p:spPr>
            <a:xfrm>
              <a:off x="4846320" y="2252841"/>
              <a:ext cx="26321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L" sz="1200" dirty="0"/>
                <a:t>2</a:t>
              </a:r>
            </a:p>
          </p:txBody>
        </p:sp>
        <p:sp>
          <p:nvSpPr>
            <p:cNvPr id="212" name="TextBox 211">
              <a:extLst>
                <a:ext uri="{FF2B5EF4-FFF2-40B4-BE49-F238E27FC236}">
                  <a16:creationId xmlns:a16="http://schemas.microsoft.com/office/drawing/2014/main" id="{61FBEC4C-C67F-28C6-CEC9-796E19D42750}"/>
                </a:ext>
              </a:extLst>
            </p:cNvPr>
            <p:cNvSpPr txBox="1"/>
            <p:nvPr/>
          </p:nvSpPr>
          <p:spPr>
            <a:xfrm>
              <a:off x="4255008" y="2240649"/>
              <a:ext cx="26321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L" sz="1200" dirty="0"/>
                <a:t>3</a:t>
              </a:r>
            </a:p>
          </p:txBody>
        </p:sp>
        <p:sp>
          <p:nvSpPr>
            <p:cNvPr id="213" name="TextBox 212">
              <a:extLst>
                <a:ext uri="{FF2B5EF4-FFF2-40B4-BE49-F238E27FC236}">
                  <a16:creationId xmlns:a16="http://schemas.microsoft.com/office/drawing/2014/main" id="{088D8C60-67A5-69E0-8ADD-C7F768BB9792}"/>
                </a:ext>
              </a:extLst>
            </p:cNvPr>
            <p:cNvSpPr txBox="1"/>
            <p:nvPr/>
          </p:nvSpPr>
          <p:spPr>
            <a:xfrm>
              <a:off x="4846320" y="1676400"/>
              <a:ext cx="26321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L" sz="1200" dirty="0"/>
                <a:t>4</a:t>
              </a:r>
            </a:p>
          </p:txBody>
        </p:sp>
      </p:grpSp>
      <p:cxnSp>
        <p:nvCxnSpPr>
          <p:cNvPr id="215" name="Straight Connector 214">
            <a:extLst>
              <a:ext uri="{FF2B5EF4-FFF2-40B4-BE49-F238E27FC236}">
                <a16:creationId xmlns:a16="http://schemas.microsoft.com/office/drawing/2014/main" id="{6C7FC0D0-F411-5931-BF51-4FEBB8284BA0}"/>
              </a:ext>
            </a:extLst>
          </p:cNvPr>
          <p:cNvCxnSpPr>
            <a:cxnSpLocks/>
          </p:cNvCxnSpPr>
          <p:nvPr/>
        </p:nvCxnSpPr>
        <p:spPr>
          <a:xfrm>
            <a:off x="6188841" y="3758812"/>
            <a:ext cx="55681" cy="412304"/>
          </a:xfrm>
          <a:prstGeom prst="line">
            <a:avLst/>
          </a:prstGeom>
          <a:ln w="3175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6" name="Straight Connector 215">
            <a:extLst>
              <a:ext uri="{FF2B5EF4-FFF2-40B4-BE49-F238E27FC236}">
                <a16:creationId xmlns:a16="http://schemas.microsoft.com/office/drawing/2014/main" id="{D7182826-CB98-3A29-DFCA-A3AF467DF0E5}"/>
              </a:ext>
            </a:extLst>
          </p:cNvPr>
          <p:cNvCxnSpPr>
            <a:cxnSpLocks/>
          </p:cNvCxnSpPr>
          <p:nvPr/>
        </p:nvCxnSpPr>
        <p:spPr>
          <a:xfrm>
            <a:off x="6419284" y="2930558"/>
            <a:ext cx="36384" cy="505984"/>
          </a:xfrm>
          <a:prstGeom prst="line">
            <a:avLst/>
          </a:prstGeom>
          <a:ln w="317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7" name="5-Point Star 216">
            <a:extLst>
              <a:ext uri="{FF2B5EF4-FFF2-40B4-BE49-F238E27FC236}">
                <a16:creationId xmlns:a16="http://schemas.microsoft.com/office/drawing/2014/main" id="{3E5CF56E-7696-E9CB-4447-149187C161F1}"/>
              </a:ext>
            </a:extLst>
          </p:cNvPr>
          <p:cNvSpPr/>
          <p:nvPr/>
        </p:nvSpPr>
        <p:spPr>
          <a:xfrm>
            <a:off x="5076314" y="1560587"/>
            <a:ext cx="186303" cy="186303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218" name="5-Point Star 217">
            <a:extLst>
              <a:ext uri="{FF2B5EF4-FFF2-40B4-BE49-F238E27FC236}">
                <a16:creationId xmlns:a16="http://schemas.microsoft.com/office/drawing/2014/main" id="{914986F5-FEC0-ADE7-8A99-F2D8937E9BAB}"/>
              </a:ext>
            </a:extLst>
          </p:cNvPr>
          <p:cNvSpPr/>
          <p:nvPr/>
        </p:nvSpPr>
        <p:spPr>
          <a:xfrm>
            <a:off x="4292853" y="2338300"/>
            <a:ext cx="186303" cy="186303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219" name="5-Point Star 218">
            <a:extLst>
              <a:ext uri="{FF2B5EF4-FFF2-40B4-BE49-F238E27FC236}">
                <a16:creationId xmlns:a16="http://schemas.microsoft.com/office/drawing/2014/main" id="{DA7E0D58-AEFC-1B27-3C5C-BDD9A5B100BB}"/>
              </a:ext>
            </a:extLst>
          </p:cNvPr>
          <p:cNvSpPr/>
          <p:nvPr/>
        </p:nvSpPr>
        <p:spPr>
          <a:xfrm>
            <a:off x="5859775" y="2318163"/>
            <a:ext cx="186303" cy="186303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220" name="5-Point Star 219">
            <a:extLst>
              <a:ext uri="{FF2B5EF4-FFF2-40B4-BE49-F238E27FC236}">
                <a16:creationId xmlns:a16="http://schemas.microsoft.com/office/drawing/2014/main" id="{8B1C6CDF-33F2-2B00-4FAF-6A8804A89786}"/>
              </a:ext>
            </a:extLst>
          </p:cNvPr>
          <p:cNvSpPr/>
          <p:nvPr/>
        </p:nvSpPr>
        <p:spPr>
          <a:xfrm>
            <a:off x="5076314" y="3117838"/>
            <a:ext cx="186303" cy="186303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221" name="5-Point Star 220">
            <a:extLst>
              <a:ext uri="{FF2B5EF4-FFF2-40B4-BE49-F238E27FC236}">
                <a16:creationId xmlns:a16="http://schemas.microsoft.com/office/drawing/2014/main" id="{64B37801-34B3-9136-B568-E1553899BFF4}"/>
              </a:ext>
            </a:extLst>
          </p:cNvPr>
          <p:cNvSpPr/>
          <p:nvPr/>
        </p:nvSpPr>
        <p:spPr>
          <a:xfrm>
            <a:off x="6653590" y="3128043"/>
            <a:ext cx="186303" cy="186303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222" name="5-Point Star 221">
            <a:extLst>
              <a:ext uri="{FF2B5EF4-FFF2-40B4-BE49-F238E27FC236}">
                <a16:creationId xmlns:a16="http://schemas.microsoft.com/office/drawing/2014/main" id="{6F992AEC-715C-2670-E9C3-5B776340FF4A}"/>
              </a:ext>
            </a:extLst>
          </p:cNvPr>
          <p:cNvSpPr/>
          <p:nvPr/>
        </p:nvSpPr>
        <p:spPr>
          <a:xfrm>
            <a:off x="5859775" y="3881310"/>
            <a:ext cx="186303" cy="186303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223" name="5-Point Star 222">
            <a:extLst>
              <a:ext uri="{FF2B5EF4-FFF2-40B4-BE49-F238E27FC236}">
                <a16:creationId xmlns:a16="http://schemas.microsoft.com/office/drawing/2014/main" id="{994C8551-D555-F32A-A081-7E7B574A1F64}"/>
              </a:ext>
            </a:extLst>
          </p:cNvPr>
          <p:cNvSpPr/>
          <p:nvPr/>
        </p:nvSpPr>
        <p:spPr>
          <a:xfrm>
            <a:off x="7428953" y="3883397"/>
            <a:ext cx="186303" cy="186303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224" name="5-Point Star 223">
            <a:extLst>
              <a:ext uri="{FF2B5EF4-FFF2-40B4-BE49-F238E27FC236}">
                <a16:creationId xmlns:a16="http://schemas.microsoft.com/office/drawing/2014/main" id="{BA8A41A8-FB84-90DC-E1E5-BCEA4BA50996}"/>
              </a:ext>
            </a:extLst>
          </p:cNvPr>
          <p:cNvSpPr/>
          <p:nvPr/>
        </p:nvSpPr>
        <p:spPr>
          <a:xfrm>
            <a:off x="6650956" y="4678672"/>
            <a:ext cx="186303" cy="186303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50E25C4A-FDF4-578E-B9F1-2881875B3526}"/>
              </a:ext>
            </a:extLst>
          </p:cNvPr>
          <p:cNvCxnSpPr>
            <a:cxnSpLocks/>
          </p:cNvCxnSpPr>
          <p:nvPr/>
        </p:nvCxnSpPr>
        <p:spPr>
          <a:xfrm>
            <a:off x="4142061" y="1417908"/>
            <a:ext cx="465801" cy="444037"/>
          </a:xfrm>
          <a:prstGeom prst="line">
            <a:avLst/>
          </a:prstGeom>
          <a:ln w="317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0A76122D-E0F4-51B6-EDEB-137BE66C2C5C}"/>
              </a:ext>
            </a:extLst>
          </p:cNvPr>
          <p:cNvCxnSpPr>
            <a:cxnSpLocks/>
            <a:stCxn id="51" idx="1"/>
          </p:cNvCxnSpPr>
          <p:nvPr/>
        </p:nvCxnSpPr>
        <p:spPr>
          <a:xfrm>
            <a:off x="6114180" y="2144649"/>
            <a:ext cx="109743" cy="517394"/>
          </a:xfrm>
          <a:prstGeom prst="line">
            <a:avLst/>
          </a:prstGeom>
          <a:ln w="3175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BF010D4-B87F-3150-4CAA-072B3BC4030D}"/>
              </a:ext>
            </a:extLst>
          </p:cNvPr>
          <p:cNvCxnSpPr>
            <a:cxnSpLocks/>
          </p:cNvCxnSpPr>
          <p:nvPr/>
        </p:nvCxnSpPr>
        <p:spPr>
          <a:xfrm>
            <a:off x="6449858" y="4445206"/>
            <a:ext cx="3179" cy="589551"/>
          </a:xfrm>
          <a:prstGeom prst="line">
            <a:avLst/>
          </a:prstGeom>
          <a:ln w="317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CEB63510-C6C6-A0ED-0DE6-003672080859}"/>
              </a:ext>
            </a:extLst>
          </p:cNvPr>
          <p:cNvCxnSpPr>
            <a:cxnSpLocks/>
          </p:cNvCxnSpPr>
          <p:nvPr/>
        </p:nvCxnSpPr>
        <p:spPr>
          <a:xfrm>
            <a:off x="6491553" y="1360683"/>
            <a:ext cx="6096" cy="570345"/>
          </a:xfrm>
          <a:prstGeom prst="line">
            <a:avLst/>
          </a:prstGeom>
          <a:ln w="317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185502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9E49AC0-519B-8B46-F9D2-CBB52E35E0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4956" y="0"/>
            <a:ext cx="2374259" cy="244743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745C810-E98F-65AE-F32D-3D0C777783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1818" y="2639920"/>
            <a:ext cx="5117597" cy="38227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81F2BE3-F906-7B37-1FCD-A60BA2564F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585" y="2482874"/>
            <a:ext cx="5217101" cy="4136792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6C0ED29B-5EB9-E1FA-BFA6-076AE23664D3}"/>
              </a:ext>
            </a:extLst>
          </p:cNvPr>
          <p:cNvSpPr txBox="1"/>
          <p:nvPr/>
        </p:nvSpPr>
        <p:spPr>
          <a:xfrm>
            <a:off x="8835886" y="655983"/>
            <a:ext cx="163519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L" dirty="0"/>
              <a:t>Default </a:t>
            </a:r>
            <a:r>
              <a:rPr lang="en-IL" dirty="0">
                <a:hlinkClick r:id="rId5"/>
              </a:rPr>
              <a:t>circuit</a:t>
            </a:r>
            <a:br>
              <a:rPr lang="en-IL" dirty="0"/>
            </a:br>
            <a:r>
              <a:rPr lang="en-IL" dirty="0"/>
              <a:t>Diagonal </a:t>
            </a:r>
            <a:r>
              <a:rPr lang="en-IL" dirty="0">
                <a:hlinkClick r:id="rId6"/>
              </a:rPr>
              <a:t>circuit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30636987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E872B6C-8B10-9E99-6F1C-4030EB75FF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2604" y="1506628"/>
            <a:ext cx="6021232" cy="499184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077102D-1287-6BFE-BC3F-FB81CF5D38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394" y="653115"/>
            <a:ext cx="2629892" cy="173688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AFECBAB-E0F8-E93F-B38F-E20FB951250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394" y="3396371"/>
            <a:ext cx="2832601" cy="280851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DA31033-B54B-3BEA-D7A5-6DFC94F611FD}"/>
              </a:ext>
            </a:extLst>
          </p:cNvPr>
          <p:cNvSpPr txBox="1"/>
          <p:nvPr/>
        </p:nvSpPr>
        <p:spPr>
          <a:xfrm>
            <a:off x="9133952" y="223562"/>
            <a:ext cx="28974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L" dirty="0"/>
              <a:t>See Crumble circuits in notes</a:t>
            </a:r>
          </a:p>
        </p:txBody>
      </p:sp>
    </p:spTree>
    <p:extLst>
      <p:ext uri="{BB962C8B-B14F-4D97-AF65-F5344CB8AC3E}">
        <p14:creationId xmlns:p14="http://schemas.microsoft.com/office/powerpoint/2010/main" val="384570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BF82C91-2185-8C25-E4FC-0F1CCEB402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757" y="1683811"/>
            <a:ext cx="4414157" cy="238493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CB36C97-D00F-F936-DBC9-70C04D8CD1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66657" y="1446378"/>
            <a:ext cx="5246914" cy="285980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5D9D1ED-02B9-979C-26DD-02BE7B06751B}"/>
              </a:ext>
            </a:extLst>
          </p:cNvPr>
          <p:cNvSpPr txBox="1"/>
          <p:nvPr/>
        </p:nvSpPr>
        <p:spPr>
          <a:xfrm>
            <a:off x="9133952" y="223562"/>
            <a:ext cx="28974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L" dirty="0"/>
              <a:t>See Crumble circuits in notes</a:t>
            </a:r>
          </a:p>
        </p:txBody>
      </p:sp>
    </p:spTree>
    <p:extLst>
      <p:ext uri="{BB962C8B-B14F-4D97-AF65-F5344CB8AC3E}">
        <p14:creationId xmlns:p14="http://schemas.microsoft.com/office/powerpoint/2010/main" val="29510553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Rectangle 195">
            <a:extLst>
              <a:ext uri="{FF2B5EF4-FFF2-40B4-BE49-F238E27FC236}">
                <a16:creationId xmlns:a16="http://schemas.microsoft.com/office/drawing/2014/main" id="{CF867A03-7D67-B0C8-6D3E-C75AA8CA76C6}"/>
              </a:ext>
            </a:extLst>
          </p:cNvPr>
          <p:cNvSpPr/>
          <p:nvPr/>
        </p:nvSpPr>
        <p:spPr>
          <a:xfrm>
            <a:off x="5372648" y="713471"/>
            <a:ext cx="1258457" cy="780288"/>
          </a:xfrm>
          <a:prstGeom prst="rect">
            <a:avLst/>
          </a:prstGeom>
          <a:gradFill flip="none" rotWithShape="1">
            <a:gsLst>
              <a:gs pos="0">
                <a:srgbClr val="FF9D98"/>
              </a:gs>
              <a:gs pos="100000">
                <a:srgbClr val="ACBFE5"/>
              </a:gs>
            </a:gsLst>
            <a:lin ang="108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 dirty="0"/>
          </a:p>
        </p:txBody>
      </p:sp>
      <p:sp>
        <p:nvSpPr>
          <p:cNvPr id="197" name="Rectangle 196">
            <a:extLst>
              <a:ext uri="{FF2B5EF4-FFF2-40B4-BE49-F238E27FC236}">
                <a16:creationId xmlns:a16="http://schemas.microsoft.com/office/drawing/2014/main" id="{2C1A98D9-E745-BBAF-8A9E-6FD4A266F343}"/>
              </a:ext>
            </a:extLst>
          </p:cNvPr>
          <p:cNvSpPr/>
          <p:nvPr/>
        </p:nvSpPr>
        <p:spPr>
          <a:xfrm>
            <a:off x="5375092" y="2277324"/>
            <a:ext cx="1258457" cy="780288"/>
          </a:xfrm>
          <a:prstGeom prst="rect">
            <a:avLst/>
          </a:prstGeom>
          <a:gradFill flip="none" rotWithShape="1">
            <a:gsLst>
              <a:gs pos="0">
                <a:srgbClr val="FF9D98"/>
              </a:gs>
              <a:gs pos="100000">
                <a:srgbClr val="ACBFE5"/>
              </a:gs>
            </a:gsLst>
            <a:lin ang="108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 dirty="0"/>
          </a:p>
        </p:txBody>
      </p:sp>
      <p:sp>
        <p:nvSpPr>
          <p:cNvPr id="198" name="Rectangle 197">
            <a:extLst>
              <a:ext uri="{FF2B5EF4-FFF2-40B4-BE49-F238E27FC236}">
                <a16:creationId xmlns:a16="http://schemas.microsoft.com/office/drawing/2014/main" id="{38ED96B6-C0D6-8CB7-C0AE-66554105DB65}"/>
              </a:ext>
            </a:extLst>
          </p:cNvPr>
          <p:cNvSpPr/>
          <p:nvPr/>
        </p:nvSpPr>
        <p:spPr>
          <a:xfrm rot="10800000">
            <a:off x="5374447" y="1500583"/>
            <a:ext cx="1258457" cy="780288"/>
          </a:xfrm>
          <a:prstGeom prst="rect">
            <a:avLst/>
          </a:prstGeom>
          <a:gradFill flip="none" rotWithShape="1">
            <a:gsLst>
              <a:gs pos="0">
                <a:srgbClr val="FF9D98"/>
              </a:gs>
              <a:gs pos="100000">
                <a:srgbClr val="ACBFE5"/>
              </a:gs>
            </a:gsLst>
            <a:lin ang="108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 dirty="0"/>
          </a:p>
        </p:txBody>
      </p:sp>
      <p:sp>
        <p:nvSpPr>
          <p:cNvPr id="199" name="Rectangle 198">
            <a:extLst>
              <a:ext uri="{FF2B5EF4-FFF2-40B4-BE49-F238E27FC236}">
                <a16:creationId xmlns:a16="http://schemas.microsoft.com/office/drawing/2014/main" id="{32B278A3-3F12-AE8D-2933-DC1DC79FB33A}"/>
              </a:ext>
            </a:extLst>
          </p:cNvPr>
          <p:cNvSpPr/>
          <p:nvPr/>
        </p:nvSpPr>
        <p:spPr>
          <a:xfrm rot="10800000">
            <a:off x="5371315" y="3064436"/>
            <a:ext cx="1258457" cy="780288"/>
          </a:xfrm>
          <a:prstGeom prst="rect">
            <a:avLst/>
          </a:prstGeom>
          <a:gradFill flip="none" rotWithShape="1">
            <a:gsLst>
              <a:gs pos="0">
                <a:srgbClr val="FF9D98"/>
              </a:gs>
              <a:gs pos="100000">
                <a:srgbClr val="ACBFE5"/>
              </a:gs>
            </a:gsLst>
            <a:lin ang="108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 dirty="0"/>
          </a:p>
        </p:txBody>
      </p:sp>
      <p:sp>
        <p:nvSpPr>
          <p:cNvPr id="202" name="TextBox 201">
            <a:extLst>
              <a:ext uri="{FF2B5EF4-FFF2-40B4-BE49-F238E27FC236}">
                <a16:creationId xmlns:a16="http://schemas.microsoft.com/office/drawing/2014/main" id="{62360815-54C2-0825-F149-678F2E10C382}"/>
              </a:ext>
            </a:extLst>
          </p:cNvPr>
          <p:cNvSpPr txBox="1"/>
          <p:nvPr/>
        </p:nvSpPr>
        <p:spPr>
          <a:xfrm>
            <a:off x="5347259" y="2035724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L" sz="1200" b="1" dirty="0"/>
              <a:t>3</a:t>
            </a:r>
          </a:p>
        </p:txBody>
      </p:sp>
      <p:sp>
        <p:nvSpPr>
          <p:cNvPr id="203" name="TextBox 202">
            <a:extLst>
              <a:ext uri="{FF2B5EF4-FFF2-40B4-BE49-F238E27FC236}">
                <a16:creationId xmlns:a16="http://schemas.microsoft.com/office/drawing/2014/main" id="{0BC8EB8E-E966-BF98-0025-BE3D4770DD9E}"/>
              </a:ext>
            </a:extLst>
          </p:cNvPr>
          <p:cNvSpPr txBox="1"/>
          <p:nvPr/>
        </p:nvSpPr>
        <p:spPr>
          <a:xfrm>
            <a:off x="6394165" y="1450777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L" sz="1200" dirty="0"/>
              <a:t>3</a:t>
            </a:r>
          </a:p>
        </p:txBody>
      </p:sp>
      <p:sp>
        <p:nvSpPr>
          <p:cNvPr id="204" name="TextBox 203">
            <a:extLst>
              <a:ext uri="{FF2B5EF4-FFF2-40B4-BE49-F238E27FC236}">
                <a16:creationId xmlns:a16="http://schemas.microsoft.com/office/drawing/2014/main" id="{1B3E9AC1-39AC-2818-C4AF-64B9E3F06B6C}"/>
              </a:ext>
            </a:extLst>
          </p:cNvPr>
          <p:cNvSpPr txBox="1"/>
          <p:nvPr/>
        </p:nvSpPr>
        <p:spPr>
          <a:xfrm>
            <a:off x="5333500" y="1450778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L" sz="1200" b="1" dirty="0"/>
              <a:t>4</a:t>
            </a:r>
          </a:p>
        </p:txBody>
      </p:sp>
      <p:sp>
        <p:nvSpPr>
          <p:cNvPr id="205" name="TextBox 204">
            <a:extLst>
              <a:ext uri="{FF2B5EF4-FFF2-40B4-BE49-F238E27FC236}">
                <a16:creationId xmlns:a16="http://schemas.microsoft.com/office/drawing/2014/main" id="{03278792-DDEA-5027-AA93-3F8746EF0C13}"/>
              </a:ext>
            </a:extLst>
          </p:cNvPr>
          <p:cNvSpPr txBox="1"/>
          <p:nvPr/>
        </p:nvSpPr>
        <p:spPr>
          <a:xfrm>
            <a:off x="6392416" y="2013241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L" sz="1200" b="1" dirty="0"/>
              <a:t>2</a:t>
            </a:r>
          </a:p>
        </p:txBody>
      </p:sp>
      <p:grpSp>
        <p:nvGrpSpPr>
          <p:cNvPr id="486" name="Group 485">
            <a:extLst>
              <a:ext uri="{FF2B5EF4-FFF2-40B4-BE49-F238E27FC236}">
                <a16:creationId xmlns:a16="http://schemas.microsoft.com/office/drawing/2014/main" id="{AAA86770-B560-CA21-13A2-1D34CB7723F7}"/>
              </a:ext>
            </a:extLst>
          </p:cNvPr>
          <p:cNvGrpSpPr/>
          <p:nvPr/>
        </p:nvGrpSpPr>
        <p:grpSpPr>
          <a:xfrm>
            <a:off x="2162168" y="662368"/>
            <a:ext cx="3233510" cy="3213537"/>
            <a:chOff x="2154774" y="1450555"/>
            <a:chExt cx="3215851" cy="3195987"/>
          </a:xfrm>
        </p:grpSpPr>
        <p:grpSp>
          <p:nvGrpSpPr>
            <p:cNvPr id="494" name="Group 493">
              <a:extLst>
                <a:ext uri="{FF2B5EF4-FFF2-40B4-BE49-F238E27FC236}">
                  <a16:creationId xmlns:a16="http://schemas.microsoft.com/office/drawing/2014/main" id="{CC23E510-9F9A-6CC2-2029-391C527B3456}"/>
                </a:ext>
              </a:extLst>
            </p:cNvPr>
            <p:cNvGrpSpPr/>
            <p:nvPr/>
          </p:nvGrpSpPr>
          <p:grpSpPr>
            <a:xfrm>
              <a:off x="2154774" y="1451641"/>
              <a:ext cx="860622" cy="859536"/>
              <a:chOff x="4248912" y="1670304"/>
              <a:chExt cx="860622" cy="859536"/>
            </a:xfrm>
          </p:grpSpPr>
          <p:sp>
            <p:nvSpPr>
              <p:cNvPr id="495" name="Rectangle 494">
                <a:extLst>
                  <a:ext uri="{FF2B5EF4-FFF2-40B4-BE49-F238E27FC236}">
                    <a16:creationId xmlns:a16="http://schemas.microsoft.com/office/drawing/2014/main" id="{65390B07-4877-C673-E13C-79ABDCCFF242}"/>
                  </a:ext>
                </a:extLst>
              </p:cNvPr>
              <p:cNvSpPr/>
              <p:nvPr/>
            </p:nvSpPr>
            <p:spPr>
              <a:xfrm>
                <a:off x="4297680" y="1719072"/>
                <a:ext cx="780288" cy="780288"/>
              </a:xfrm>
              <a:prstGeom prst="rect">
                <a:avLst/>
              </a:prstGeom>
              <a:solidFill>
                <a:schemeClr val="accent1">
                  <a:alpha val="45623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L"/>
              </a:p>
            </p:txBody>
          </p:sp>
          <p:sp>
            <p:nvSpPr>
              <p:cNvPr id="496" name="TextBox 495">
                <a:extLst>
                  <a:ext uri="{FF2B5EF4-FFF2-40B4-BE49-F238E27FC236}">
                    <a16:creationId xmlns:a16="http://schemas.microsoft.com/office/drawing/2014/main" id="{E2503187-73D7-677F-4385-CC903785ABEA}"/>
                  </a:ext>
                </a:extLst>
              </p:cNvPr>
              <p:cNvSpPr txBox="1"/>
              <p:nvPr/>
            </p:nvSpPr>
            <p:spPr>
              <a:xfrm>
                <a:off x="4248912" y="1670304"/>
                <a:ext cx="26321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L" sz="1200" dirty="0"/>
                  <a:t>1</a:t>
                </a:r>
              </a:p>
            </p:txBody>
          </p:sp>
          <p:sp>
            <p:nvSpPr>
              <p:cNvPr id="497" name="TextBox 496">
                <a:extLst>
                  <a:ext uri="{FF2B5EF4-FFF2-40B4-BE49-F238E27FC236}">
                    <a16:creationId xmlns:a16="http://schemas.microsoft.com/office/drawing/2014/main" id="{A5DACC6F-6A25-E2AB-6ADC-184F1C6EE1D9}"/>
                  </a:ext>
                </a:extLst>
              </p:cNvPr>
              <p:cNvSpPr txBox="1"/>
              <p:nvPr/>
            </p:nvSpPr>
            <p:spPr>
              <a:xfrm>
                <a:off x="4846320" y="2252841"/>
                <a:ext cx="26321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L" sz="1200" dirty="0"/>
                  <a:t>2</a:t>
                </a:r>
              </a:p>
            </p:txBody>
          </p:sp>
          <p:sp>
            <p:nvSpPr>
              <p:cNvPr id="498" name="TextBox 497">
                <a:extLst>
                  <a:ext uri="{FF2B5EF4-FFF2-40B4-BE49-F238E27FC236}">
                    <a16:creationId xmlns:a16="http://schemas.microsoft.com/office/drawing/2014/main" id="{2ACB6013-98E6-F4ED-2AC4-CAB348DAF27F}"/>
                  </a:ext>
                </a:extLst>
              </p:cNvPr>
              <p:cNvSpPr txBox="1"/>
              <p:nvPr/>
            </p:nvSpPr>
            <p:spPr>
              <a:xfrm>
                <a:off x="4255008" y="2240649"/>
                <a:ext cx="26321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L" sz="1200" dirty="0"/>
                  <a:t>4</a:t>
                </a:r>
              </a:p>
            </p:txBody>
          </p:sp>
          <p:sp>
            <p:nvSpPr>
              <p:cNvPr id="499" name="TextBox 498">
                <a:extLst>
                  <a:ext uri="{FF2B5EF4-FFF2-40B4-BE49-F238E27FC236}">
                    <a16:creationId xmlns:a16="http://schemas.microsoft.com/office/drawing/2014/main" id="{4A004D9B-FC1F-4AAC-7826-358074B0A506}"/>
                  </a:ext>
                </a:extLst>
              </p:cNvPr>
              <p:cNvSpPr txBox="1"/>
              <p:nvPr/>
            </p:nvSpPr>
            <p:spPr>
              <a:xfrm>
                <a:off x="4846320" y="1676400"/>
                <a:ext cx="26321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L" sz="1200" dirty="0"/>
                  <a:t>3</a:t>
                </a:r>
              </a:p>
            </p:txBody>
          </p:sp>
        </p:grpSp>
        <p:grpSp>
          <p:nvGrpSpPr>
            <p:cNvPr id="500" name="Group 499">
              <a:extLst>
                <a:ext uri="{FF2B5EF4-FFF2-40B4-BE49-F238E27FC236}">
                  <a16:creationId xmlns:a16="http://schemas.microsoft.com/office/drawing/2014/main" id="{95AC0EBC-6992-62A9-58D3-DF7CB5C03551}"/>
                </a:ext>
              </a:extLst>
            </p:cNvPr>
            <p:cNvGrpSpPr/>
            <p:nvPr/>
          </p:nvGrpSpPr>
          <p:grpSpPr>
            <a:xfrm>
              <a:off x="2938235" y="1450555"/>
              <a:ext cx="860622" cy="859536"/>
              <a:chOff x="4248912" y="1670304"/>
              <a:chExt cx="860622" cy="859536"/>
            </a:xfrm>
          </p:grpSpPr>
          <p:sp>
            <p:nvSpPr>
              <p:cNvPr id="501" name="Rectangle 500">
                <a:extLst>
                  <a:ext uri="{FF2B5EF4-FFF2-40B4-BE49-F238E27FC236}">
                    <a16:creationId xmlns:a16="http://schemas.microsoft.com/office/drawing/2014/main" id="{B18F4DB1-B997-0214-7757-FA3A04AAEB5A}"/>
                  </a:ext>
                </a:extLst>
              </p:cNvPr>
              <p:cNvSpPr/>
              <p:nvPr/>
            </p:nvSpPr>
            <p:spPr>
              <a:xfrm>
                <a:off x="4297680" y="1719072"/>
                <a:ext cx="780288" cy="780288"/>
              </a:xfrm>
              <a:prstGeom prst="rect">
                <a:avLst/>
              </a:prstGeom>
              <a:solidFill>
                <a:srgbClr val="FF0000">
                  <a:alpha val="45623"/>
                </a:srgb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L"/>
              </a:p>
            </p:txBody>
          </p:sp>
          <p:sp>
            <p:nvSpPr>
              <p:cNvPr id="502" name="TextBox 501">
                <a:extLst>
                  <a:ext uri="{FF2B5EF4-FFF2-40B4-BE49-F238E27FC236}">
                    <a16:creationId xmlns:a16="http://schemas.microsoft.com/office/drawing/2014/main" id="{16F2C8C0-C2DB-0C02-13DB-955E5CF42331}"/>
                  </a:ext>
                </a:extLst>
              </p:cNvPr>
              <p:cNvSpPr txBox="1"/>
              <p:nvPr/>
            </p:nvSpPr>
            <p:spPr>
              <a:xfrm>
                <a:off x="4248912" y="1670304"/>
                <a:ext cx="26321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L" sz="1200" dirty="0"/>
                  <a:t>7</a:t>
                </a:r>
              </a:p>
            </p:txBody>
          </p:sp>
          <p:sp>
            <p:nvSpPr>
              <p:cNvPr id="503" name="TextBox 502">
                <a:extLst>
                  <a:ext uri="{FF2B5EF4-FFF2-40B4-BE49-F238E27FC236}">
                    <a16:creationId xmlns:a16="http://schemas.microsoft.com/office/drawing/2014/main" id="{C4ADDFC3-4564-7479-EBD7-B3764501AAA5}"/>
                  </a:ext>
                </a:extLst>
              </p:cNvPr>
              <p:cNvSpPr txBox="1"/>
              <p:nvPr/>
            </p:nvSpPr>
            <p:spPr>
              <a:xfrm>
                <a:off x="4846320" y="2252841"/>
                <a:ext cx="26321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L" sz="1200" dirty="0"/>
                  <a:t>6</a:t>
                </a:r>
              </a:p>
            </p:txBody>
          </p:sp>
          <p:sp>
            <p:nvSpPr>
              <p:cNvPr id="504" name="TextBox 503">
                <a:extLst>
                  <a:ext uri="{FF2B5EF4-FFF2-40B4-BE49-F238E27FC236}">
                    <a16:creationId xmlns:a16="http://schemas.microsoft.com/office/drawing/2014/main" id="{E4C165C0-B32D-E3EC-CB02-61F980B4A5DB}"/>
                  </a:ext>
                </a:extLst>
              </p:cNvPr>
              <p:cNvSpPr txBox="1"/>
              <p:nvPr/>
            </p:nvSpPr>
            <p:spPr>
              <a:xfrm>
                <a:off x="4255008" y="2240649"/>
                <a:ext cx="26321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L" sz="1200" dirty="0"/>
                  <a:t>4</a:t>
                </a:r>
              </a:p>
            </p:txBody>
          </p:sp>
          <p:sp>
            <p:nvSpPr>
              <p:cNvPr id="505" name="TextBox 504">
                <a:extLst>
                  <a:ext uri="{FF2B5EF4-FFF2-40B4-BE49-F238E27FC236}">
                    <a16:creationId xmlns:a16="http://schemas.microsoft.com/office/drawing/2014/main" id="{084CA1B5-9E3D-CC28-E785-D3E7561762FF}"/>
                  </a:ext>
                </a:extLst>
              </p:cNvPr>
              <p:cNvSpPr txBox="1"/>
              <p:nvPr/>
            </p:nvSpPr>
            <p:spPr>
              <a:xfrm>
                <a:off x="4846320" y="1676400"/>
                <a:ext cx="26321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L" sz="1200" dirty="0"/>
                  <a:t>5</a:t>
                </a:r>
              </a:p>
            </p:txBody>
          </p:sp>
        </p:grpSp>
        <p:grpSp>
          <p:nvGrpSpPr>
            <p:cNvPr id="506" name="Group 505">
              <a:extLst>
                <a:ext uri="{FF2B5EF4-FFF2-40B4-BE49-F238E27FC236}">
                  <a16:creationId xmlns:a16="http://schemas.microsoft.com/office/drawing/2014/main" id="{6268934D-C62B-768D-434B-4C4F022FDAF7}"/>
                </a:ext>
              </a:extLst>
            </p:cNvPr>
            <p:cNvGrpSpPr/>
            <p:nvPr/>
          </p:nvGrpSpPr>
          <p:grpSpPr>
            <a:xfrm>
              <a:off x="3721696" y="1450555"/>
              <a:ext cx="860622" cy="859536"/>
              <a:chOff x="4248912" y="1670304"/>
              <a:chExt cx="860622" cy="859536"/>
            </a:xfrm>
          </p:grpSpPr>
          <p:sp>
            <p:nvSpPr>
              <p:cNvPr id="507" name="Rectangle 506">
                <a:extLst>
                  <a:ext uri="{FF2B5EF4-FFF2-40B4-BE49-F238E27FC236}">
                    <a16:creationId xmlns:a16="http://schemas.microsoft.com/office/drawing/2014/main" id="{A8C1A59F-FF76-6613-2A5D-C32466990E1E}"/>
                  </a:ext>
                </a:extLst>
              </p:cNvPr>
              <p:cNvSpPr/>
              <p:nvPr/>
            </p:nvSpPr>
            <p:spPr>
              <a:xfrm>
                <a:off x="4297680" y="1719072"/>
                <a:ext cx="780288" cy="780288"/>
              </a:xfrm>
              <a:prstGeom prst="rect">
                <a:avLst/>
              </a:prstGeom>
              <a:solidFill>
                <a:schemeClr val="accent1">
                  <a:alpha val="45623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L"/>
              </a:p>
            </p:txBody>
          </p:sp>
          <p:sp>
            <p:nvSpPr>
              <p:cNvPr id="508" name="TextBox 507">
                <a:extLst>
                  <a:ext uri="{FF2B5EF4-FFF2-40B4-BE49-F238E27FC236}">
                    <a16:creationId xmlns:a16="http://schemas.microsoft.com/office/drawing/2014/main" id="{9FD1712A-70C1-2518-649F-45449BE4D321}"/>
                  </a:ext>
                </a:extLst>
              </p:cNvPr>
              <p:cNvSpPr txBox="1"/>
              <p:nvPr/>
            </p:nvSpPr>
            <p:spPr>
              <a:xfrm>
                <a:off x="4248912" y="1670304"/>
                <a:ext cx="26321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L" sz="1200" dirty="0"/>
                  <a:t>1</a:t>
                </a:r>
              </a:p>
            </p:txBody>
          </p:sp>
          <p:sp>
            <p:nvSpPr>
              <p:cNvPr id="509" name="TextBox 508">
                <a:extLst>
                  <a:ext uri="{FF2B5EF4-FFF2-40B4-BE49-F238E27FC236}">
                    <a16:creationId xmlns:a16="http://schemas.microsoft.com/office/drawing/2014/main" id="{F382896A-C992-9D71-61F3-2318A856DA06}"/>
                  </a:ext>
                </a:extLst>
              </p:cNvPr>
              <p:cNvSpPr txBox="1"/>
              <p:nvPr/>
            </p:nvSpPr>
            <p:spPr>
              <a:xfrm>
                <a:off x="4846320" y="2252841"/>
                <a:ext cx="26321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L" sz="1200" dirty="0"/>
                  <a:t>2</a:t>
                </a:r>
              </a:p>
            </p:txBody>
          </p:sp>
          <p:sp>
            <p:nvSpPr>
              <p:cNvPr id="510" name="TextBox 509">
                <a:extLst>
                  <a:ext uri="{FF2B5EF4-FFF2-40B4-BE49-F238E27FC236}">
                    <a16:creationId xmlns:a16="http://schemas.microsoft.com/office/drawing/2014/main" id="{41C3BFFA-0741-531E-D29D-4D4EFE6E0BBF}"/>
                  </a:ext>
                </a:extLst>
              </p:cNvPr>
              <p:cNvSpPr txBox="1"/>
              <p:nvPr/>
            </p:nvSpPr>
            <p:spPr>
              <a:xfrm>
                <a:off x="4255008" y="2240649"/>
                <a:ext cx="26321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L" sz="1200" dirty="0"/>
                  <a:t>4</a:t>
                </a:r>
              </a:p>
            </p:txBody>
          </p:sp>
          <p:sp>
            <p:nvSpPr>
              <p:cNvPr id="511" name="TextBox 510">
                <a:extLst>
                  <a:ext uri="{FF2B5EF4-FFF2-40B4-BE49-F238E27FC236}">
                    <a16:creationId xmlns:a16="http://schemas.microsoft.com/office/drawing/2014/main" id="{A0DC3D10-9A8E-DD91-F70E-EE72CC95BC36}"/>
                  </a:ext>
                </a:extLst>
              </p:cNvPr>
              <p:cNvSpPr txBox="1"/>
              <p:nvPr/>
            </p:nvSpPr>
            <p:spPr>
              <a:xfrm>
                <a:off x="4846320" y="1676400"/>
                <a:ext cx="26321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L" sz="1200" dirty="0"/>
                  <a:t>3</a:t>
                </a:r>
              </a:p>
            </p:txBody>
          </p:sp>
        </p:grpSp>
        <p:grpSp>
          <p:nvGrpSpPr>
            <p:cNvPr id="512" name="Group 511">
              <a:extLst>
                <a:ext uri="{FF2B5EF4-FFF2-40B4-BE49-F238E27FC236}">
                  <a16:creationId xmlns:a16="http://schemas.microsoft.com/office/drawing/2014/main" id="{5F5DF1F1-6A0A-7F9E-7A99-0F0540901137}"/>
                </a:ext>
              </a:extLst>
            </p:cNvPr>
            <p:cNvGrpSpPr/>
            <p:nvPr/>
          </p:nvGrpSpPr>
          <p:grpSpPr>
            <a:xfrm>
              <a:off x="2157364" y="2230430"/>
              <a:ext cx="860622" cy="859536"/>
              <a:chOff x="4248912" y="1670304"/>
              <a:chExt cx="860622" cy="859536"/>
            </a:xfrm>
          </p:grpSpPr>
          <p:sp>
            <p:nvSpPr>
              <p:cNvPr id="513" name="Rectangle 512">
                <a:extLst>
                  <a:ext uri="{FF2B5EF4-FFF2-40B4-BE49-F238E27FC236}">
                    <a16:creationId xmlns:a16="http://schemas.microsoft.com/office/drawing/2014/main" id="{30807E1F-2557-1265-9270-960BA8630EBF}"/>
                  </a:ext>
                </a:extLst>
              </p:cNvPr>
              <p:cNvSpPr/>
              <p:nvPr/>
            </p:nvSpPr>
            <p:spPr>
              <a:xfrm>
                <a:off x="4297680" y="1719072"/>
                <a:ext cx="780288" cy="780288"/>
              </a:xfrm>
              <a:prstGeom prst="rect">
                <a:avLst/>
              </a:prstGeom>
              <a:solidFill>
                <a:srgbClr val="FF0000">
                  <a:alpha val="45623"/>
                </a:srgb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L"/>
              </a:p>
            </p:txBody>
          </p:sp>
          <p:sp>
            <p:nvSpPr>
              <p:cNvPr id="514" name="TextBox 513">
                <a:extLst>
                  <a:ext uri="{FF2B5EF4-FFF2-40B4-BE49-F238E27FC236}">
                    <a16:creationId xmlns:a16="http://schemas.microsoft.com/office/drawing/2014/main" id="{EF781689-4B14-839D-BEA9-D97EC214AB33}"/>
                  </a:ext>
                </a:extLst>
              </p:cNvPr>
              <p:cNvSpPr txBox="1"/>
              <p:nvPr/>
            </p:nvSpPr>
            <p:spPr>
              <a:xfrm>
                <a:off x="4248912" y="1670304"/>
                <a:ext cx="26321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L" sz="1200" dirty="0"/>
                  <a:t>7</a:t>
                </a:r>
              </a:p>
            </p:txBody>
          </p:sp>
          <p:sp>
            <p:nvSpPr>
              <p:cNvPr id="515" name="TextBox 514">
                <a:extLst>
                  <a:ext uri="{FF2B5EF4-FFF2-40B4-BE49-F238E27FC236}">
                    <a16:creationId xmlns:a16="http://schemas.microsoft.com/office/drawing/2014/main" id="{9DD085F8-8F43-6505-9A30-21BC728362C5}"/>
                  </a:ext>
                </a:extLst>
              </p:cNvPr>
              <p:cNvSpPr txBox="1"/>
              <p:nvPr/>
            </p:nvSpPr>
            <p:spPr>
              <a:xfrm>
                <a:off x="4846320" y="2252841"/>
                <a:ext cx="26321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L" sz="1200" dirty="0"/>
                  <a:t>6</a:t>
                </a:r>
              </a:p>
            </p:txBody>
          </p:sp>
          <p:sp>
            <p:nvSpPr>
              <p:cNvPr id="516" name="TextBox 515">
                <a:extLst>
                  <a:ext uri="{FF2B5EF4-FFF2-40B4-BE49-F238E27FC236}">
                    <a16:creationId xmlns:a16="http://schemas.microsoft.com/office/drawing/2014/main" id="{FFF2F564-3C39-D662-DC57-320E577630B6}"/>
                  </a:ext>
                </a:extLst>
              </p:cNvPr>
              <p:cNvSpPr txBox="1"/>
              <p:nvPr/>
            </p:nvSpPr>
            <p:spPr>
              <a:xfrm>
                <a:off x="4255008" y="2240649"/>
                <a:ext cx="26321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L" sz="1200" dirty="0"/>
                  <a:t>4</a:t>
                </a:r>
              </a:p>
            </p:txBody>
          </p:sp>
          <p:sp>
            <p:nvSpPr>
              <p:cNvPr id="517" name="TextBox 516">
                <a:extLst>
                  <a:ext uri="{FF2B5EF4-FFF2-40B4-BE49-F238E27FC236}">
                    <a16:creationId xmlns:a16="http://schemas.microsoft.com/office/drawing/2014/main" id="{8E3AD0EA-981F-B46E-6853-AE06AF63F79E}"/>
                  </a:ext>
                </a:extLst>
              </p:cNvPr>
              <p:cNvSpPr txBox="1"/>
              <p:nvPr/>
            </p:nvSpPr>
            <p:spPr>
              <a:xfrm>
                <a:off x="4846320" y="1676400"/>
                <a:ext cx="26321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L" sz="1200" dirty="0"/>
                  <a:t>5</a:t>
                </a:r>
              </a:p>
            </p:txBody>
          </p:sp>
        </p:grpSp>
        <p:grpSp>
          <p:nvGrpSpPr>
            <p:cNvPr id="518" name="Group 517">
              <a:extLst>
                <a:ext uri="{FF2B5EF4-FFF2-40B4-BE49-F238E27FC236}">
                  <a16:creationId xmlns:a16="http://schemas.microsoft.com/office/drawing/2014/main" id="{AE7E9EC6-6FA6-AAFD-02A2-E82F15E78C20}"/>
                </a:ext>
              </a:extLst>
            </p:cNvPr>
            <p:cNvGrpSpPr/>
            <p:nvPr/>
          </p:nvGrpSpPr>
          <p:grpSpPr>
            <a:xfrm>
              <a:off x="2940825" y="2230430"/>
              <a:ext cx="860622" cy="859536"/>
              <a:chOff x="4248912" y="1670304"/>
              <a:chExt cx="860622" cy="859536"/>
            </a:xfrm>
          </p:grpSpPr>
          <p:sp>
            <p:nvSpPr>
              <p:cNvPr id="519" name="Rectangle 518">
                <a:extLst>
                  <a:ext uri="{FF2B5EF4-FFF2-40B4-BE49-F238E27FC236}">
                    <a16:creationId xmlns:a16="http://schemas.microsoft.com/office/drawing/2014/main" id="{799D05AB-4CB6-8104-4E6D-F115CDB7B95C}"/>
                  </a:ext>
                </a:extLst>
              </p:cNvPr>
              <p:cNvSpPr/>
              <p:nvPr/>
            </p:nvSpPr>
            <p:spPr>
              <a:xfrm>
                <a:off x="4297680" y="1719072"/>
                <a:ext cx="780288" cy="780288"/>
              </a:xfrm>
              <a:prstGeom prst="rect">
                <a:avLst/>
              </a:prstGeom>
              <a:solidFill>
                <a:schemeClr val="accent1">
                  <a:alpha val="45623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L"/>
              </a:p>
            </p:txBody>
          </p:sp>
          <p:sp>
            <p:nvSpPr>
              <p:cNvPr id="520" name="TextBox 519">
                <a:extLst>
                  <a:ext uri="{FF2B5EF4-FFF2-40B4-BE49-F238E27FC236}">
                    <a16:creationId xmlns:a16="http://schemas.microsoft.com/office/drawing/2014/main" id="{88BAB957-6F4F-C471-331D-C17BEA6B19E9}"/>
                  </a:ext>
                </a:extLst>
              </p:cNvPr>
              <p:cNvSpPr txBox="1"/>
              <p:nvPr/>
            </p:nvSpPr>
            <p:spPr>
              <a:xfrm>
                <a:off x="4248912" y="1670304"/>
                <a:ext cx="26321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L" sz="1200" dirty="0"/>
                  <a:t>1</a:t>
                </a:r>
              </a:p>
            </p:txBody>
          </p:sp>
          <p:sp>
            <p:nvSpPr>
              <p:cNvPr id="521" name="TextBox 520">
                <a:extLst>
                  <a:ext uri="{FF2B5EF4-FFF2-40B4-BE49-F238E27FC236}">
                    <a16:creationId xmlns:a16="http://schemas.microsoft.com/office/drawing/2014/main" id="{03643E6E-F276-D1BD-0ABE-D144F18E411A}"/>
                  </a:ext>
                </a:extLst>
              </p:cNvPr>
              <p:cNvSpPr txBox="1"/>
              <p:nvPr/>
            </p:nvSpPr>
            <p:spPr>
              <a:xfrm>
                <a:off x="4846320" y="2252841"/>
                <a:ext cx="26321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L" sz="1200" dirty="0"/>
                  <a:t>2</a:t>
                </a:r>
              </a:p>
            </p:txBody>
          </p:sp>
          <p:sp>
            <p:nvSpPr>
              <p:cNvPr id="522" name="TextBox 521">
                <a:extLst>
                  <a:ext uri="{FF2B5EF4-FFF2-40B4-BE49-F238E27FC236}">
                    <a16:creationId xmlns:a16="http://schemas.microsoft.com/office/drawing/2014/main" id="{4DFF4C1C-6BC0-F661-A4C7-ECDCFB6D44D0}"/>
                  </a:ext>
                </a:extLst>
              </p:cNvPr>
              <p:cNvSpPr txBox="1"/>
              <p:nvPr/>
            </p:nvSpPr>
            <p:spPr>
              <a:xfrm>
                <a:off x="4255008" y="2240649"/>
                <a:ext cx="26321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L" sz="1200" dirty="0"/>
                  <a:t>4</a:t>
                </a:r>
              </a:p>
            </p:txBody>
          </p:sp>
          <p:sp>
            <p:nvSpPr>
              <p:cNvPr id="523" name="TextBox 522">
                <a:extLst>
                  <a:ext uri="{FF2B5EF4-FFF2-40B4-BE49-F238E27FC236}">
                    <a16:creationId xmlns:a16="http://schemas.microsoft.com/office/drawing/2014/main" id="{AEE43A3E-C68E-A56A-A3D0-891FA46DA78C}"/>
                  </a:ext>
                </a:extLst>
              </p:cNvPr>
              <p:cNvSpPr txBox="1"/>
              <p:nvPr/>
            </p:nvSpPr>
            <p:spPr>
              <a:xfrm>
                <a:off x="4846320" y="1676400"/>
                <a:ext cx="26321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L" sz="1200" dirty="0"/>
                  <a:t>3</a:t>
                </a:r>
              </a:p>
            </p:txBody>
          </p:sp>
        </p:grpSp>
        <p:grpSp>
          <p:nvGrpSpPr>
            <p:cNvPr id="524" name="Group 523">
              <a:extLst>
                <a:ext uri="{FF2B5EF4-FFF2-40B4-BE49-F238E27FC236}">
                  <a16:creationId xmlns:a16="http://schemas.microsoft.com/office/drawing/2014/main" id="{A6CE1EC2-FD00-BFDF-65D6-E8ED44DC15AC}"/>
                </a:ext>
              </a:extLst>
            </p:cNvPr>
            <p:cNvGrpSpPr/>
            <p:nvPr/>
          </p:nvGrpSpPr>
          <p:grpSpPr>
            <a:xfrm>
              <a:off x="3724286" y="2229344"/>
              <a:ext cx="860622" cy="859536"/>
              <a:chOff x="4248912" y="1670304"/>
              <a:chExt cx="860622" cy="859536"/>
            </a:xfrm>
          </p:grpSpPr>
          <p:sp>
            <p:nvSpPr>
              <p:cNvPr id="525" name="Rectangle 524">
                <a:extLst>
                  <a:ext uri="{FF2B5EF4-FFF2-40B4-BE49-F238E27FC236}">
                    <a16:creationId xmlns:a16="http://schemas.microsoft.com/office/drawing/2014/main" id="{778D93C8-AB1C-E703-E2B6-33027B382CA2}"/>
                  </a:ext>
                </a:extLst>
              </p:cNvPr>
              <p:cNvSpPr/>
              <p:nvPr/>
            </p:nvSpPr>
            <p:spPr>
              <a:xfrm>
                <a:off x="4297680" y="1719072"/>
                <a:ext cx="780288" cy="780288"/>
              </a:xfrm>
              <a:prstGeom prst="rect">
                <a:avLst/>
              </a:prstGeom>
              <a:solidFill>
                <a:srgbClr val="FF0000">
                  <a:alpha val="45623"/>
                </a:srgb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L"/>
              </a:p>
            </p:txBody>
          </p:sp>
          <p:sp>
            <p:nvSpPr>
              <p:cNvPr id="526" name="TextBox 525">
                <a:extLst>
                  <a:ext uri="{FF2B5EF4-FFF2-40B4-BE49-F238E27FC236}">
                    <a16:creationId xmlns:a16="http://schemas.microsoft.com/office/drawing/2014/main" id="{A4134B63-B86D-F867-7701-F0F786502E85}"/>
                  </a:ext>
                </a:extLst>
              </p:cNvPr>
              <p:cNvSpPr txBox="1"/>
              <p:nvPr/>
            </p:nvSpPr>
            <p:spPr>
              <a:xfrm>
                <a:off x="4248912" y="1670304"/>
                <a:ext cx="26321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L" sz="1200" dirty="0"/>
                  <a:t>7</a:t>
                </a:r>
              </a:p>
            </p:txBody>
          </p:sp>
          <p:sp>
            <p:nvSpPr>
              <p:cNvPr id="527" name="TextBox 526">
                <a:extLst>
                  <a:ext uri="{FF2B5EF4-FFF2-40B4-BE49-F238E27FC236}">
                    <a16:creationId xmlns:a16="http://schemas.microsoft.com/office/drawing/2014/main" id="{57E47E41-9897-F134-6BCE-51EBD25FEFD2}"/>
                  </a:ext>
                </a:extLst>
              </p:cNvPr>
              <p:cNvSpPr txBox="1"/>
              <p:nvPr/>
            </p:nvSpPr>
            <p:spPr>
              <a:xfrm>
                <a:off x="4846320" y="2252841"/>
                <a:ext cx="26321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L" sz="1200" dirty="0"/>
                  <a:t>6</a:t>
                </a:r>
              </a:p>
            </p:txBody>
          </p:sp>
          <p:sp>
            <p:nvSpPr>
              <p:cNvPr id="528" name="TextBox 527">
                <a:extLst>
                  <a:ext uri="{FF2B5EF4-FFF2-40B4-BE49-F238E27FC236}">
                    <a16:creationId xmlns:a16="http://schemas.microsoft.com/office/drawing/2014/main" id="{60880EED-BAC8-E057-D08B-60CE56596C1F}"/>
                  </a:ext>
                </a:extLst>
              </p:cNvPr>
              <p:cNvSpPr txBox="1"/>
              <p:nvPr/>
            </p:nvSpPr>
            <p:spPr>
              <a:xfrm>
                <a:off x="4255008" y="2240649"/>
                <a:ext cx="26321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L" sz="1200" dirty="0"/>
                  <a:t>4</a:t>
                </a:r>
              </a:p>
            </p:txBody>
          </p:sp>
          <p:sp>
            <p:nvSpPr>
              <p:cNvPr id="529" name="TextBox 528">
                <a:extLst>
                  <a:ext uri="{FF2B5EF4-FFF2-40B4-BE49-F238E27FC236}">
                    <a16:creationId xmlns:a16="http://schemas.microsoft.com/office/drawing/2014/main" id="{4680FF1C-E51D-B91D-4D45-C363E21F5D56}"/>
                  </a:ext>
                </a:extLst>
              </p:cNvPr>
              <p:cNvSpPr txBox="1"/>
              <p:nvPr/>
            </p:nvSpPr>
            <p:spPr>
              <a:xfrm>
                <a:off x="4846320" y="1676400"/>
                <a:ext cx="26321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L" sz="1200" dirty="0"/>
                  <a:t>5</a:t>
                </a:r>
              </a:p>
            </p:txBody>
          </p:sp>
        </p:grpSp>
        <p:grpSp>
          <p:nvGrpSpPr>
            <p:cNvPr id="530" name="Group 529">
              <a:extLst>
                <a:ext uri="{FF2B5EF4-FFF2-40B4-BE49-F238E27FC236}">
                  <a16:creationId xmlns:a16="http://schemas.microsoft.com/office/drawing/2014/main" id="{B469957D-A7E9-9008-2709-47F63A7267AE}"/>
                </a:ext>
              </a:extLst>
            </p:cNvPr>
            <p:cNvGrpSpPr/>
            <p:nvPr/>
          </p:nvGrpSpPr>
          <p:grpSpPr>
            <a:xfrm>
              <a:off x="2157197" y="3001369"/>
              <a:ext cx="860622" cy="859536"/>
              <a:chOff x="4248912" y="1670304"/>
              <a:chExt cx="860622" cy="859536"/>
            </a:xfrm>
          </p:grpSpPr>
          <p:sp>
            <p:nvSpPr>
              <p:cNvPr id="531" name="Rectangle 530">
                <a:extLst>
                  <a:ext uri="{FF2B5EF4-FFF2-40B4-BE49-F238E27FC236}">
                    <a16:creationId xmlns:a16="http://schemas.microsoft.com/office/drawing/2014/main" id="{E1C034F2-F5AA-5041-540F-267347CB29B4}"/>
                  </a:ext>
                </a:extLst>
              </p:cNvPr>
              <p:cNvSpPr/>
              <p:nvPr/>
            </p:nvSpPr>
            <p:spPr>
              <a:xfrm>
                <a:off x="4297680" y="1719072"/>
                <a:ext cx="780288" cy="780288"/>
              </a:xfrm>
              <a:prstGeom prst="rect">
                <a:avLst/>
              </a:prstGeom>
              <a:solidFill>
                <a:schemeClr val="accent1">
                  <a:alpha val="45623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L"/>
              </a:p>
            </p:txBody>
          </p:sp>
          <p:sp>
            <p:nvSpPr>
              <p:cNvPr id="532" name="TextBox 531">
                <a:extLst>
                  <a:ext uri="{FF2B5EF4-FFF2-40B4-BE49-F238E27FC236}">
                    <a16:creationId xmlns:a16="http://schemas.microsoft.com/office/drawing/2014/main" id="{9C2FC571-058C-2A63-207C-BBC0352FC2CD}"/>
                  </a:ext>
                </a:extLst>
              </p:cNvPr>
              <p:cNvSpPr txBox="1"/>
              <p:nvPr/>
            </p:nvSpPr>
            <p:spPr>
              <a:xfrm>
                <a:off x="4248912" y="1670304"/>
                <a:ext cx="26321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L" sz="1200" dirty="0"/>
                  <a:t>1</a:t>
                </a:r>
              </a:p>
            </p:txBody>
          </p:sp>
          <p:sp>
            <p:nvSpPr>
              <p:cNvPr id="533" name="TextBox 532">
                <a:extLst>
                  <a:ext uri="{FF2B5EF4-FFF2-40B4-BE49-F238E27FC236}">
                    <a16:creationId xmlns:a16="http://schemas.microsoft.com/office/drawing/2014/main" id="{49BF8F74-238A-8A47-9EAF-D820D17C3278}"/>
                  </a:ext>
                </a:extLst>
              </p:cNvPr>
              <p:cNvSpPr txBox="1"/>
              <p:nvPr/>
            </p:nvSpPr>
            <p:spPr>
              <a:xfrm>
                <a:off x="4846320" y="2252841"/>
                <a:ext cx="26321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L" sz="1200" dirty="0"/>
                  <a:t>2</a:t>
                </a:r>
              </a:p>
            </p:txBody>
          </p:sp>
          <p:sp>
            <p:nvSpPr>
              <p:cNvPr id="534" name="TextBox 533">
                <a:extLst>
                  <a:ext uri="{FF2B5EF4-FFF2-40B4-BE49-F238E27FC236}">
                    <a16:creationId xmlns:a16="http://schemas.microsoft.com/office/drawing/2014/main" id="{4AA5E05E-784E-ABD2-42B9-226FFA97207C}"/>
                  </a:ext>
                </a:extLst>
              </p:cNvPr>
              <p:cNvSpPr txBox="1"/>
              <p:nvPr/>
            </p:nvSpPr>
            <p:spPr>
              <a:xfrm>
                <a:off x="4255008" y="2240649"/>
                <a:ext cx="26321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L" sz="1200" dirty="0"/>
                  <a:t>4</a:t>
                </a:r>
              </a:p>
            </p:txBody>
          </p:sp>
          <p:sp>
            <p:nvSpPr>
              <p:cNvPr id="535" name="TextBox 534">
                <a:extLst>
                  <a:ext uri="{FF2B5EF4-FFF2-40B4-BE49-F238E27FC236}">
                    <a16:creationId xmlns:a16="http://schemas.microsoft.com/office/drawing/2014/main" id="{0990A428-E452-B022-9BF0-792709260B1E}"/>
                  </a:ext>
                </a:extLst>
              </p:cNvPr>
              <p:cNvSpPr txBox="1"/>
              <p:nvPr/>
            </p:nvSpPr>
            <p:spPr>
              <a:xfrm>
                <a:off x="4846320" y="1676400"/>
                <a:ext cx="26321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L" sz="1200" dirty="0"/>
                  <a:t>3</a:t>
                </a:r>
              </a:p>
            </p:txBody>
          </p:sp>
        </p:grpSp>
        <p:grpSp>
          <p:nvGrpSpPr>
            <p:cNvPr id="536" name="Group 535">
              <a:extLst>
                <a:ext uri="{FF2B5EF4-FFF2-40B4-BE49-F238E27FC236}">
                  <a16:creationId xmlns:a16="http://schemas.microsoft.com/office/drawing/2014/main" id="{4282CE64-C919-768F-0470-99C701BED1AE}"/>
                </a:ext>
              </a:extLst>
            </p:cNvPr>
            <p:cNvGrpSpPr/>
            <p:nvPr/>
          </p:nvGrpSpPr>
          <p:grpSpPr>
            <a:xfrm>
              <a:off x="2940658" y="3006546"/>
              <a:ext cx="860622" cy="859536"/>
              <a:chOff x="4248912" y="1670304"/>
              <a:chExt cx="860622" cy="859536"/>
            </a:xfrm>
          </p:grpSpPr>
          <p:sp>
            <p:nvSpPr>
              <p:cNvPr id="537" name="Rectangle 536">
                <a:extLst>
                  <a:ext uri="{FF2B5EF4-FFF2-40B4-BE49-F238E27FC236}">
                    <a16:creationId xmlns:a16="http://schemas.microsoft.com/office/drawing/2014/main" id="{F9FC6E2F-9FBA-E02C-DB8E-1353AA2B1A28}"/>
                  </a:ext>
                </a:extLst>
              </p:cNvPr>
              <p:cNvSpPr/>
              <p:nvPr/>
            </p:nvSpPr>
            <p:spPr>
              <a:xfrm>
                <a:off x="4297680" y="1719072"/>
                <a:ext cx="780288" cy="780288"/>
              </a:xfrm>
              <a:prstGeom prst="rect">
                <a:avLst/>
              </a:prstGeom>
              <a:solidFill>
                <a:srgbClr val="FF0000">
                  <a:alpha val="45623"/>
                </a:srgb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L"/>
              </a:p>
            </p:txBody>
          </p:sp>
          <p:sp>
            <p:nvSpPr>
              <p:cNvPr id="538" name="TextBox 537">
                <a:extLst>
                  <a:ext uri="{FF2B5EF4-FFF2-40B4-BE49-F238E27FC236}">
                    <a16:creationId xmlns:a16="http://schemas.microsoft.com/office/drawing/2014/main" id="{84A05A3D-A1DD-B731-8222-9CF79E4ACFC7}"/>
                  </a:ext>
                </a:extLst>
              </p:cNvPr>
              <p:cNvSpPr txBox="1"/>
              <p:nvPr/>
            </p:nvSpPr>
            <p:spPr>
              <a:xfrm>
                <a:off x="4248912" y="1670304"/>
                <a:ext cx="26321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L" sz="1200" dirty="0"/>
                  <a:t>7</a:t>
                </a:r>
              </a:p>
            </p:txBody>
          </p:sp>
          <p:sp>
            <p:nvSpPr>
              <p:cNvPr id="539" name="TextBox 538">
                <a:extLst>
                  <a:ext uri="{FF2B5EF4-FFF2-40B4-BE49-F238E27FC236}">
                    <a16:creationId xmlns:a16="http://schemas.microsoft.com/office/drawing/2014/main" id="{7EC9CF59-B6F4-F29B-C4E4-8CBD145ED500}"/>
                  </a:ext>
                </a:extLst>
              </p:cNvPr>
              <p:cNvSpPr txBox="1"/>
              <p:nvPr/>
            </p:nvSpPr>
            <p:spPr>
              <a:xfrm>
                <a:off x="4846320" y="2252841"/>
                <a:ext cx="26321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L" sz="1200" dirty="0"/>
                  <a:t>6</a:t>
                </a:r>
              </a:p>
            </p:txBody>
          </p:sp>
          <p:sp>
            <p:nvSpPr>
              <p:cNvPr id="540" name="TextBox 539">
                <a:extLst>
                  <a:ext uri="{FF2B5EF4-FFF2-40B4-BE49-F238E27FC236}">
                    <a16:creationId xmlns:a16="http://schemas.microsoft.com/office/drawing/2014/main" id="{56425BA0-B988-E19C-D01E-7FB54CF829DC}"/>
                  </a:ext>
                </a:extLst>
              </p:cNvPr>
              <p:cNvSpPr txBox="1"/>
              <p:nvPr/>
            </p:nvSpPr>
            <p:spPr>
              <a:xfrm>
                <a:off x="4255008" y="2240649"/>
                <a:ext cx="26321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L" sz="1200" dirty="0"/>
                  <a:t>4</a:t>
                </a:r>
              </a:p>
            </p:txBody>
          </p:sp>
          <p:sp>
            <p:nvSpPr>
              <p:cNvPr id="541" name="TextBox 540">
                <a:extLst>
                  <a:ext uri="{FF2B5EF4-FFF2-40B4-BE49-F238E27FC236}">
                    <a16:creationId xmlns:a16="http://schemas.microsoft.com/office/drawing/2014/main" id="{7DCBB1B0-7E70-C224-FBF6-86ACE9045949}"/>
                  </a:ext>
                </a:extLst>
              </p:cNvPr>
              <p:cNvSpPr txBox="1"/>
              <p:nvPr/>
            </p:nvSpPr>
            <p:spPr>
              <a:xfrm>
                <a:off x="4846320" y="1676400"/>
                <a:ext cx="26321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L" sz="1200" dirty="0"/>
                  <a:t>5</a:t>
                </a:r>
              </a:p>
            </p:txBody>
          </p:sp>
        </p:grpSp>
        <p:grpSp>
          <p:nvGrpSpPr>
            <p:cNvPr id="542" name="Group 541">
              <a:extLst>
                <a:ext uri="{FF2B5EF4-FFF2-40B4-BE49-F238E27FC236}">
                  <a16:creationId xmlns:a16="http://schemas.microsoft.com/office/drawing/2014/main" id="{6DAA7C33-65AE-13E2-3261-7D5FC8DDA644}"/>
                </a:ext>
              </a:extLst>
            </p:cNvPr>
            <p:cNvGrpSpPr/>
            <p:nvPr/>
          </p:nvGrpSpPr>
          <p:grpSpPr>
            <a:xfrm>
              <a:off x="3724119" y="3006546"/>
              <a:ext cx="860622" cy="859536"/>
              <a:chOff x="4248912" y="1670304"/>
              <a:chExt cx="860622" cy="859536"/>
            </a:xfrm>
          </p:grpSpPr>
          <p:sp>
            <p:nvSpPr>
              <p:cNvPr id="543" name="Rectangle 542">
                <a:extLst>
                  <a:ext uri="{FF2B5EF4-FFF2-40B4-BE49-F238E27FC236}">
                    <a16:creationId xmlns:a16="http://schemas.microsoft.com/office/drawing/2014/main" id="{6ABE100E-9F0E-6B32-F11B-8B30E89396BD}"/>
                  </a:ext>
                </a:extLst>
              </p:cNvPr>
              <p:cNvSpPr/>
              <p:nvPr/>
            </p:nvSpPr>
            <p:spPr>
              <a:xfrm>
                <a:off x="4297680" y="1719072"/>
                <a:ext cx="780288" cy="780288"/>
              </a:xfrm>
              <a:prstGeom prst="rect">
                <a:avLst/>
              </a:prstGeom>
              <a:solidFill>
                <a:schemeClr val="accent1">
                  <a:alpha val="45623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L"/>
              </a:p>
            </p:txBody>
          </p:sp>
          <p:sp>
            <p:nvSpPr>
              <p:cNvPr id="544" name="TextBox 543">
                <a:extLst>
                  <a:ext uri="{FF2B5EF4-FFF2-40B4-BE49-F238E27FC236}">
                    <a16:creationId xmlns:a16="http://schemas.microsoft.com/office/drawing/2014/main" id="{CDC8CFD1-27C8-3800-5EB1-FB9F83E1F07A}"/>
                  </a:ext>
                </a:extLst>
              </p:cNvPr>
              <p:cNvSpPr txBox="1"/>
              <p:nvPr/>
            </p:nvSpPr>
            <p:spPr>
              <a:xfrm>
                <a:off x="4248912" y="1670304"/>
                <a:ext cx="26321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L" sz="1200" dirty="0"/>
                  <a:t>1</a:t>
                </a:r>
              </a:p>
            </p:txBody>
          </p:sp>
          <p:sp>
            <p:nvSpPr>
              <p:cNvPr id="545" name="TextBox 544">
                <a:extLst>
                  <a:ext uri="{FF2B5EF4-FFF2-40B4-BE49-F238E27FC236}">
                    <a16:creationId xmlns:a16="http://schemas.microsoft.com/office/drawing/2014/main" id="{5C14621F-F56D-97BB-7BF5-FB7D8BE8DC27}"/>
                  </a:ext>
                </a:extLst>
              </p:cNvPr>
              <p:cNvSpPr txBox="1"/>
              <p:nvPr/>
            </p:nvSpPr>
            <p:spPr>
              <a:xfrm>
                <a:off x="4846320" y="2252841"/>
                <a:ext cx="26321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L" sz="1200" dirty="0"/>
                  <a:t>2</a:t>
                </a:r>
              </a:p>
            </p:txBody>
          </p:sp>
          <p:sp>
            <p:nvSpPr>
              <p:cNvPr id="546" name="TextBox 545">
                <a:extLst>
                  <a:ext uri="{FF2B5EF4-FFF2-40B4-BE49-F238E27FC236}">
                    <a16:creationId xmlns:a16="http://schemas.microsoft.com/office/drawing/2014/main" id="{04E9362C-CB7F-504A-25AE-C3B6F8B5BB29}"/>
                  </a:ext>
                </a:extLst>
              </p:cNvPr>
              <p:cNvSpPr txBox="1"/>
              <p:nvPr/>
            </p:nvSpPr>
            <p:spPr>
              <a:xfrm>
                <a:off x="4255008" y="2240649"/>
                <a:ext cx="26321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L" sz="1200" dirty="0"/>
                  <a:t>4</a:t>
                </a:r>
              </a:p>
            </p:txBody>
          </p:sp>
          <p:sp>
            <p:nvSpPr>
              <p:cNvPr id="547" name="TextBox 546">
                <a:extLst>
                  <a:ext uri="{FF2B5EF4-FFF2-40B4-BE49-F238E27FC236}">
                    <a16:creationId xmlns:a16="http://schemas.microsoft.com/office/drawing/2014/main" id="{D20B3137-1329-2FA1-0D6B-D75D617883C0}"/>
                  </a:ext>
                </a:extLst>
              </p:cNvPr>
              <p:cNvSpPr txBox="1"/>
              <p:nvPr/>
            </p:nvSpPr>
            <p:spPr>
              <a:xfrm>
                <a:off x="4846320" y="1676400"/>
                <a:ext cx="26321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L" sz="1200" dirty="0"/>
                  <a:t>3</a:t>
                </a:r>
              </a:p>
            </p:txBody>
          </p:sp>
        </p:grpSp>
        <p:grpSp>
          <p:nvGrpSpPr>
            <p:cNvPr id="548" name="Group 547">
              <a:extLst>
                <a:ext uri="{FF2B5EF4-FFF2-40B4-BE49-F238E27FC236}">
                  <a16:creationId xmlns:a16="http://schemas.microsoft.com/office/drawing/2014/main" id="{E4A7B210-0928-77AC-72B3-C5ACC6D4AA8B}"/>
                </a:ext>
              </a:extLst>
            </p:cNvPr>
            <p:cNvGrpSpPr/>
            <p:nvPr/>
          </p:nvGrpSpPr>
          <p:grpSpPr>
            <a:xfrm>
              <a:off x="4507413" y="1451474"/>
              <a:ext cx="860622" cy="859536"/>
              <a:chOff x="4248912" y="1670304"/>
              <a:chExt cx="860622" cy="859536"/>
            </a:xfrm>
          </p:grpSpPr>
          <p:sp>
            <p:nvSpPr>
              <p:cNvPr id="549" name="Rectangle 548">
                <a:extLst>
                  <a:ext uri="{FF2B5EF4-FFF2-40B4-BE49-F238E27FC236}">
                    <a16:creationId xmlns:a16="http://schemas.microsoft.com/office/drawing/2014/main" id="{F07C940A-F43C-9C05-3381-113FFB4FFCF8}"/>
                  </a:ext>
                </a:extLst>
              </p:cNvPr>
              <p:cNvSpPr/>
              <p:nvPr/>
            </p:nvSpPr>
            <p:spPr>
              <a:xfrm>
                <a:off x="4297680" y="1719072"/>
                <a:ext cx="780288" cy="780288"/>
              </a:xfrm>
              <a:prstGeom prst="rect">
                <a:avLst/>
              </a:prstGeom>
              <a:solidFill>
                <a:srgbClr val="FF0000">
                  <a:alpha val="45623"/>
                </a:srgb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L"/>
              </a:p>
            </p:txBody>
          </p:sp>
          <p:sp>
            <p:nvSpPr>
              <p:cNvPr id="550" name="TextBox 549">
                <a:extLst>
                  <a:ext uri="{FF2B5EF4-FFF2-40B4-BE49-F238E27FC236}">
                    <a16:creationId xmlns:a16="http://schemas.microsoft.com/office/drawing/2014/main" id="{AF4F7300-8D2D-C374-1D31-BDD6AF7D015E}"/>
                  </a:ext>
                </a:extLst>
              </p:cNvPr>
              <p:cNvSpPr txBox="1"/>
              <p:nvPr/>
            </p:nvSpPr>
            <p:spPr>
              <a:xfrm>
                <a:off x="4248912" y="1670304"/>
                <a:ext cx="26321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L" sz="1200" dirty="0"/>
                  <a:t>7</a:t>
                </a:r>
              </a:p>
            </p:txBody>
          </p:sp>
          <p:sp>
            <p:nvSpPr>
              <p:cNvPr id="551" name="TextBox 550">
                <a:extLst>
                  <a:ext uri="{FF2B5EF4-FFF2-40B4-BE49-F238E27FC236}">
                    <a16:creationId xmlns:a16="http://schemas.microsoft.com/office/drawing/2014/main" id="{5187497E-2FF1-AB7E-EDF3-1208FA4A1BCD}"/>
                  </a:ext>
                </a:extLst>
              </p:cNvPr>
              <p:cNvSpPr txBox="1"/>
              <p:nvPr/>
            </p:nvSpPr>
            <p:spPr>
              <a:xfrm>
                <a:off x="4846320" y="2252841"/>
                <a:ext cx="26321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L" sz="1200" dirty="0"/>
                  <a:t>6</a:t>
                </a:r>
              </a:p>
            </p:txBody>
          </p:sp>
          <p:sp>
            <p:nvSpPr>
              <p:cNvPr id="552" name="TextBox 551">
                <a:extLst>
                  <a:ext uri="{FF2B5EF4-FFF2-40B4-BE49-F238E27FC236}">
                    <a16:creationId xmlns:a16="http://schemas.microsoft.com/office/drawing/2014/main" id="{0AEDC8F7-B9EB-FBBF-F108-5CAFBEA534D7}"/>
                  </a:ext>
                </a:extLst>
              </p:cNvPr>
              <p:cNvSpPr txBox="1"/>
              <p:nvPr/>
            </p:nvSpPr>
            <p:spPr>
              <a:xfrm>
                <a:off x="4255008" y="2240649"/>
                <a:ext cx="26321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L" sz="1200" dirty="0"/>
                  <a:t>4</a:t>
                </a:r>
              </a:p>
            </p:txBody>
          </p:sp>
          <p:sp>
            <p:nvSpPr>
              <p:cNvPr id="553" name="TextBox 552">
                <a:extLst>
                  <a:ext uri="{FF2B5EF4-FFF2-40B4-BE49-F238E27FC236}">
                    <a16:creationId xmlns:a16="http://schemas.microsoft.com/office/drawing/2014/main" id="{CF8F705A-D2AA-A3BB-255A-1B7CDF881723}"/>
                  </a:ext>
                </a:extLst>
              </p:cNvPr>
              <p:cNvSpPr txBox="1"/>
              <p:nvPr/>
            </p:nvSpPr>
            <p:spPr>
              <a:xfrm>
                <a:off x="4846320" y="1676400"/>
                <a:ext cx="26321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L" sz="1200" dirty="0"/>
                  <a:t>5</a:t>
                </a:r>
              </a:p>
            </p:txBody>
          </p:sp>
        </p:grpSp>
        <p:grpSp>
          <p:nvGrpSpPr>
            <p:cNvPr id="554" name="Group 553">
              <a:extLst>
                <a:ext uri="{FF2B5EF4-FFF2-40B4-BE49-F238E27FC236}">
                  <a16:creationId xmlns:a16="http://schemas.microsoft.com/office/drawing/2014/main" id="{B338D51A-04ED-FC3A-8231-7C1524A0B5C2}"/>
                </a:ext>
              </a:extLst>
            </p:cNvPr>
            <p:cNvGrpSpPr/>
            <p:nvPr/>
          </p:nvGrpSpPr>
          <p:grpSpPr>
            <a:xfrm>
              <a:off x="4510003" y="2231349"/>
              <a:ext cx="860622" cy="859536"/>
              <a:chOff x="4248912" y="1670304"/>
              <a:chExt cx="860622" cy="859536"/>
            </a:xfrm>
          </p:grpSpPr>
          <p:sp>
            <p:nvSpPr>
              <p:cNvPr id="555" name="Rectangle 554">
                <a:extLst>
                  <a:ext uri="{FF2B5EF4-FFF2-40B4-BE49-F238E27FC236}">
                    <a16:creationId xmlns:a16="http://schemas.microsoft.com/office/drawing/2014/main" id="{6B098A62-3803-320E-2C51-482F33327CF8}"/>
                  </a:ext>
                </a:extLst>
              </p:cNvPr>
              <p:cNvSpPr/>
              <p:nvPr/>
            </p:nvSpPr>
            <p:spPr>
              <a:xfrm>
                <a:off x="4297680" y="1719072"/>
                <a:ext cx="780288" cy="780288"/>
              </a:xfrm>
              <a:prstGeom prst="rect">
                <a:avLst/>
              </a:prstGeom>
              <a:solidFill>
                <a:schemeClr val="accent1">
                  <a:alpha val="45623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L"/>
              </a:p>
            </p:txBody>
          </p:sp>
          <p:sp>
            <p:nvSpPr>
              <p:cNvPr id="556" name="TextBox 555">
                <a:extLst>
                  <a:ext uri="{FF2B5EF4-FFF2-40B4-BE49-F238E27FC236}">
                    <a16:creationId xmlns:a16="http://schemas.microsoft.com/office/drawing/2014/main" id="{4B06D530-E1E7-C89C-59FB-1FF475F8E954}"/>
                  </a:ext>
                </a:extLst>
              </p:cNvPr>
              <p:cNvSpPr txBox="1"/>
              <p:nvPr/>
            </p:nvSpPr>
            <p:spPr>
              <a:xfrm>
                <a:off x="4248912" y="1670304"/>
                <a:ext cx="26321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L" sz="1200" dirty="0"/>
                  <a:t>1</a:t>
                </a:r>
              </a:p>
            </p:txBody>
          </p:sp>
          <p:sp>
            <p:nvSpPr>
              <p:cNvPr id="557" name="TextBox 556">
                <a:extLst>
                  <a:ext uri="{FF2B5EF4-FFF2-40B4-BE49-F238E27FC236}">
                    <a16:creationId xmlns:a16="http://schemas.microsoft.com/office/drawing/2014/main" id="{E50CFC55-3809-8A23-4578-EDDCEC783185}"/>
                  </a:ext>
                </a:extLst>
              </p:cNvPr>
              <p:cNvSpPr txBox="1"/>
              <p:nvPr/>
            </p:nvSpPr>
            <p:spPr>
              <a:xfrm>
                <a:off x="4846320" y="2252841"/>
                <a:ext cx="26321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L" sz="1200" dirty="0"/>
                  <a:t>2</a:t>
                </a:r>
              </a:p>
            </p:txBody>
          </p:sp>
          <p:sp>
            <p:nvSpPr>
              <p:cNvPr id="558" name="TextBox 557">
                <a:extLst>
                  <a:ext uri="{FF2B5EF4-FFF2-40B4-BE49-F238E27FC236}">
                    <a16:creationId xmlns:a16="http://schemas.microsoft.com/office/drawing/2014/main" id="{9A497675-338F-37D8-D8BD-C3D009EE4E0F}"/>
                  </a:ext>
                </a:extLst>
              </p:cNvPr>
              <p:cNvSpPr txBox="1"/>
              <p:nvPr/>
            </p:nvSpPr>
            <p:spPr>
              <a:xfrm>
                <a:off x="4255008" y="2240649"/>
                <a:ext cx="26321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L" sz="1200" dirty="0"/>
                  <a:t>4</a:t>
                </a:r>
              </a:p>
            </p:txBody>
          </p:sp>
          <p:sp>
            <p:nvSpPr>
              <p:cNvPr id="559" name="TextBox 558">
                <a:extLst>
                  <a:ext uri="{FF2B5EF4-FFF2-40B4-BE49-F238E27FC236}">
                    <a16:creationId xmlns:a16="http://schemas.microsoft.com/office/drawing/2014/main" id="{F0A1AD76-5385-E4C8-497D-6252D6F224C8}"/>
                  </a:ext>
                </a:extLst>
              </p:cNvPr>
              <p:cNvSpPr txBox="1"/>
              <p:nvPr/>
            </p:nvSpPr>
            <p:spPr>
              <a:xfrm>
                <a:off x="4846320" y="1676400"/>
                <a:ext cx="26321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L" sz="1200" dirty="0"/>
                  <a:t>3</a:t>
                </a:r>
              </a:p>
            </p:txBody>
          </p:sp>
        </p:grpSp>
        <p:grpSp>
          <p:nvGrpSpPr>
            <p:cNvPr id="560" name="Group 559">
              <a:extLst>
                <a:ext uri="{FF2B5EF4-FFF2-40B4-BE49-F238E27FC236}">
                  <a16:creationId xmlns:a16="http://schemas.microsoft.com/office/drawing/2014/main" id="{16B4C0A1-3EA0-D6E5-D5D8-E73DA39D47FA}"/>
                </a:ext>
              </a:extLst>
            </p:cNvPr>
            <p:cNvGrpSpPr/>
            <p:nvPr/>
          </p:nvGrpSpPr>
          <p:grpSpPr>
            <a:xfrm>
              <a:off x="4509836" y="3007465"/>
              <a:ext cx="860622" cy="859536"/>
              <a:chOff x="4248912" y="1670304"/>
              <a:chExt cx="860622" cy="859536"/>
            </a:xfrm>
          </p:grpSpPr>
          <p:sp>
            <p:nvSpPr>
              <p:cNvPr id="561" name="Rectangle 560">
                <a:extLst>
                  <a:ext uri="{FF2B5EF4-FFF2-40B4-BE49-F238E27FC236}">
                    <a16:creationId xmlns:a16="http://schemas.microsoft.com/office/drawing/2014/main" id="{0864C2D4-27A2-4F8F-EDD9-19C43B8760A5}"/>
                  </a:ext>
                </a:extLst>
              </p:cNvPr>
              <p:cNvSpPr/>
              <p:nvPr/>
            </p:nvSpPr>
            <p:spPr>
              <a:xfrm>
                <a:off x="4297680" y="1719072"/>
                <a:ext cx="780288" cy="780288"/>
              </a:xfrm>
              <a:prstGeom prst="rect">
                <a:avLst/>
              </a:prstGeom>
              <a:solidFill>
                <a:srgbClr val="FF0000">
                  <a:alpha val="45623"/>
                </a:srgb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L"/>
              </a:p>
            </p:txBody>
          </p:sp>
          <p:sp>
            <p:nvSpPr>
              <p:cNvPr id="562" name="TextBox 561">
                <a:extLst>
                  <a:ext uri="{FF2B5EF4-FFF2-40B4-BE49-F238E27FC236}">
                    <a16:creationId xmlns:a16="http://schemas.microsoft.com/office/drawing/2014/main" id="{DDD51478-0132-5FF3-EC00-7FCB795687D4}"/>
                  </a:ext>
                </a:extLst>
              </p:cNvPr>
              <p:cNvSpPr txBox="1"/>
              <p:nvPr/>
            </p:nvSpPr>
            <p:spPr>
              <a:xfrm>
                <a:off x="4248912" y="1670304"/>
                <a:ext cx="26321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L" sz="1200" dirty="0"/>
                  <a:t>7</a:t>
                </a:r>
              </a:p>
            </p:txBody>
          </p:sp>
          <p:sp>
            <p:nvSpPr>
              <p:cNvPr id="563" name="TextBox 562">
                <a:extLst>
                  <a:ext uri="{FF2B5EF4-FFF2-40B4-BE49-F238E27FC236}">
                    <a16:creationId xmlns:a16="http://schemas.microsoft.com/office/drawing/2014/main" id="{0C3217DA-FCF0-BA2E-6710-2C61F3F44C85}"/>
                  </a:ext>
                </a:extLst>
              </p:cNvPr>
              <p:cNvSpPr txBox="1"/>
              <p:nvPr/>
            </p:nvSpPr>
            <p:spPr>
              <a:xfrm>
                <a:off x="4846320" y="2252841"/>
                <a:ext cx="26321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L" sz="1200" dirty="0"/>
                  <a:t>6</a:t>
                </a:r>
              </a:p>
            </p:txBody>
          </p:sp>
          <p:sp>
            <p:nvSpPr>
              <p:cNvPr id="564" name="TextBox 563">
                <a:extLst>
                  <a:ext uri="{FF2B5EF4-FFF2-40B4-BE49-F238E27FC236}">
                    <a16:creationId xmlns:a16="http://schemas.microsoft.com/office/drawing/2014/main" id="{BF983882-69D9-EA76-CE88-55FC7A40DE06}"/>
                  </a:ext>
                </a:extLst>
              </p:cNvPr>
              <p:cNvSpPr txBox="1"/>
              <p:nvPr/>
            </p:nvSpPr>
            <p:spPr>
              <a:xfrm>
                <a:off x="4255008" y="2240649"/>
                <a:ext cx="26321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L" sz="1200" dirty="0"/>
                  <a:t>4</a:t>
                </a:r>
              </a:p>
            </p:txBody>
          </p:sp>
          <p:sp>
            <p:nvSpPr>
              <p:cNvPr id="565" name="TextBox 564">
                <a:extLst>
                  <a:ext uri="{FF2B5EF4-FFF2-40B4-BE49-F238E27FC236}">
                    <a16:creationId xmlns:a16="http://schemas.microsoft.com/office/drawing/2014/main" id="{8426F4D7-25CE-52B8-5689-6A16A1EB301A}"/>
                  </a:ext>
                </a:extLst>
              </p:cNvPr>
              <p:cNvSpPr txBox="1"/>
              <p:nvPr/>
            </p:nvSpPr>
            <p:spPr>
              <a:xfrm>
                <a:off x="4846320" y="1676400"/>
                <a:ext cx="26321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L" sz="1200" dirty="0"/>
                  <a:t>5</a:t>
                </a:r>
              </a:p>
            </p:txBody>
          </p:sp>
        </p:grpSp>
        <p:grpSp>
          <p:nvGrpSpPr>
            <p:cNvPr id="566" name="Group 565">
              <a:extLst>
                <a:ext uri="{FF2B5EF4-FFF2-40B4-BE49-F238E27FC236}">
                  <a16:creationId xmlns:a16="http://schemas.microsoft.com/office/drawing/2014/main" id="{F4A8E469-EFD9-B480-11B4-48F2A479C33D}"/>
                </a:ext>
              </a:extLst>
            </p:cNvPr>
            <p:cNvGrpSpPr/>
            <p:nvPr/>
          </p:nvGrpSpPr>
          <p:grpSpPr>
            <a:xfrm>
              <a:off x="2154774" y="3786087"/>
              <a:ext cx="860622" cy="859536"/>
              <a:chOff x="4248912" y="1670304"/>
              <a:chExt cx="860622" cy="859536"/>
            </a:xfrm>
          </p:grpSpPr>
          <p:sp>
            <p:nvSpPr>
              <p:cNvPr id="567" name="Rectangle 566">
                <a:extLst>
                  <a:ext uri="{FF2B5EF4-FFF2-40B4-BE49-F238E27FC236}">
                    <a16:creationId xmlns:a16="http://schemas.microsoft.com/office/drawing/2014/main" id="{56F73E72-1D87-0CE7-852C-3747212FE122}"/>
                  </a:ext>
                </a:extLst>
              </p:cNvPr>
              <p:cNvSpPr/>
              <p:nvPr/>
            </p:nvSpPr>
            <p:spPr>
              <a:xfrm>
                <a:off x="4297680" y="1719072"/>
                <a:ext cx="780288" cy="780288"/>
              </a:xfrm>
              <a:prstGeom prst="rect">
                <a:avLst/>
              </a:prstGeom>
              <a:solidFill>
                <a:srgbClr val="FF0000">
                  <a:alpha val="45623"/>
                </a:srgb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L"/>
              </a:p>
            </p:txBody>
          </p:sp>
          <p:sp>
            <p:nvSpPr>
              <p:cNvPr id="568" name="TextBox 567">
                <a:extLst>
                  <a:ext uri="{FF2B5EF4-FFF2-40B4-BE49-F238E27FC236}">
                    <a16:creationId xmlns:a16="http://schemas.microsoft.com/office/drawing/2014/main" id="{E891E681-3614-0B6C-11FA-8FD7E5B09B16}"/>
                  </a:ext>
                </a:extLst>
              </p:cNvPr>
              <p:cNvSpPr txBox="1"/>
              <p:nvPr/>
            </p:nvSpPr>
            <p:spPr>
              <a:xfrm>
                <a:off x="4248912" y="1670304"/>
                <a:ext cx="26321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L" sz="1200" dirty="0"/>
                  <a:t>7</a:t>
                </a:r>
              </a:p>
            </p:txBody>
          </p:sp>
          <p:sp>
            <p:nvSpPr>
              <p:cNvPr id="569" name="TextBox 568">
                <a:extLst>
                  <a:ext uri="{FF2B5EF4-FFF2-40B4-BE49-F238E27FC236}">
                    <a16:creationId xmlns:a16="http://schemas.microsoft.com/office/drawing/2014/main" id="{AAEC58D1-F532-E5C0-EC29-48DC62D5E93E}"/>
                  </a:ext>
                </a:extLst>
              </p:cNvPr>
              <p:cNvSpPr txBox="1"/>
              <p:nvPr/>
            </p:nvSpPr>
            <p:spPr>
              <a:xfrm>
                <a:off x="4846320" y="2252841"/>
                <a:ext cx="26321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L" sz="1200" dirty="0"/>
                  <a:t>6</a:t>
                </a:r>
              </a:p>
            </p:txBody>
          </p:sp>
          <p:sp>
            <p:nvSpPr>
              <p:cNvPr id="570" name="TextBox 569">
                <a:extLst>
                  <a:ext uri="{FF2B5EF4-FFF2-40B4-BE49-F238E27FC236}">
                    <a16:creationId xmlns:a16="http://schemas.microsoft.com/office/drawing/2014/main" id="{4C5AD126-17AE-35BE-EF2D-AF52021ECBF3}"/>
                  </a:ext>
                </a:extLst>
              </p:cNvPr>
              <p:cNvSpPr txBox="1"/>
              <p:nvPr/>
            </p:nvSpPr>
            <p:spPr>
              <a:xfrm>
                <a:off x="4255008" y="2240649"/>
                <a:ext cx="26321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L" sz="1200" dirty="0"/>
                  <a:t>4</a:t>
                </a:r>
              </a:p>
            </p:txBody>
          </p:sp>
          <p:sp>
            <p:nvSpPr>
              <p:cNvPr id="571" name="TextBox 570">
                <a:extLst>
                  <a:ext uri="{FF2B5EF4-FFF2-40B4-BE49-F238E27FC236}">
                    <a16:creationId xmlns:a16="http://schemas.microsoft.com/office/drawing/2014/main" id="{A091BCFF-6B4B-462F-6B32-372E5D97BAB0}"/>
                  </a:ext>
                </a:extLst>
              </p:cNvPr>
              <p:cNvSpPr txBox="1"/>
              <p:nvPr/>
            </p:nvSpPr>
            <p:spPr>
              <a:xfrm>
                <a:off x="4846320" y="1676400"/>
                <a:ext cx="26321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L" sz="1200" dirty="0"/>
                  <a:t>5</a:t>
                </a:r>
              </a:p>
            </p:txBody>
          </p:sp>
        </p:grpSp>
        <p:grpSp>
          <p:nvGrpSpPr>
            <p:cNvPr id="572" name="Group 571">
              <a:extLst>
                <a:ext uri="{FF2B5EF4-FFF2-40B4-BE49-F238E27FC236}">
                  <a16:creationId xmlns:a16="http://schemas.microsoft.com/office/drawing/2014/main" id="{97C51765-E278-A1E9-C9D2-4C2E99F42553}"/>
                </a:ext>
              </a:extLst>
            </p:cNvPr>
            <p:cNvGrpSpPr/>
            <p:nvPr/>
          </p:nvGrpSpPr>
          <p:grpSpPr>
            <a:xfrm>
              <a:off x="2938235" y="3786087"/>
              <a:ext cx="860622" cy="859536"/>
              <a:chOff x="4248912" y="1670304"/>
              <a:chExt cx="860622" cy="859536"/>
            </a:xfrm>
          </p:grpSpPr>
          <p:sp>
            <p:nvSpPr>
              <p:cNvPr id="573" name="Rectangle 572">
                <a:extLst>
                  <a:ext uri="{FF2B5EF4-FFF2-40B4-BE49-F238E27FC236}">
                    <a16:creationId xmlns:a16="http://schemas.microsoft.com/office/drawing/2014/main" id="{45A7F387-53CB-3B0F-F95A-225E5D1A54ED}"/>
                  </a:ext>
                </a:extLst>
              </p:cNvPr>
              <p:cNvSpPr/>
              <p:nvPr/>
            </p:nvSpPr>
            <p:spPr>
              <a:xfrm>
                <a:off x="4297680" y="1719072"/>
                <a:ext cx="780288" cy="780288"/>
              </a:xfrm>
              <a:prstGeom prst="rect">
                <a:avLst/>
              </a:prstGeom>
              <a:solidFill>
                <a:schemeClr val="accent1">
                  <a:alpha val="45623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L"/>
              </a:p>
            </p:txBody>
          </p:sp>
          <p:sp>
            <p:nvSpPr>
              <p:cNvPr id="574" name="TextBox 573">
                <a:extLst>
                  <a:ext uri="{FF2B5EF4-FFF2-40B4-BE49-F238E27FC236}">
                    <a16:creationId xmlns:a16="http://schemas.microsoft.com/office/drawing/2014/main" id="{463B0BD8-0915-45F1-12B3-A77AF48D14CA}"/>
                  </a:ext>
                </a:extLst>
              </p:cNvPr>
              <p:cNvSpPr txBox="1"/>
              <p:nvPr/>
            </p:nvSpPr>
            <p:spPr>
              <a:xfrm>
                <a:off x="4248912" y="1670304"/>
                <a:ext cx="26321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L" sz="1200" dirty="0"/>
                  <a:t>1</a:t>
                </a:r>
              </a:p>
            </p:txBody>
          </p:sp>
          <p:sp>
            <p:nvSpPr>
              <p:cNvPr id="575" name="TextBox 574">
                <a:extLst>
                  <a:ext uri="{FF2B5EF4-FFF2-40B4-BE49-F238E27FC236}">
                    <a16:creationId xmlns:a16="http://schemas.microsoft.com/office/drawing/2014/main" id="{21210B0E-4E09-5B9C-712C-3D93022D1F4C}"/>
                  </a:ext>
                </a:extLst>
              </p:cNvPr>
              <p:cNvSpPr txBox="1"/>
              <p:nvPr/>
            </p:nvSpPr>
            <p:spPr>
              <a:xfrm>
                <a:off x="4846320" y="2252841"/>
                <a:ext cx="26321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L" sz="1200" dirty="0"/>
                  <a:t>2</a:t>
                </a:r>
              </a:p>
            </p:txBody>
          </p:sp>
          <p:sp>
            <p:nvSpPr>
              <p:cNvPr id="576" name="TextBox 575">
                <a:extLst>
                  <a:ext uri="{FF2B5EF4-FFF2-40B4-BE49-F238E27FC236}">
                    <a16:creationId xmlns:a16="http://schemas.microsoft.com/office/drawing/2014/main" id="{D4C0BC11-CE76-DD94-95B0-DDD4252AE703}"/>
                  </a:ext>
                </a:extLst>
              </p:cNvPr>
              <p:cNvSpPr txBox="1"/>
              <p:nvPr/>
            </p:nvSpPr>
            <p:spPr>
              <a:xfrm>
                <a:off x="4255008" y="2240649"/>
                <a:ext cx="26321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L" sz="1200" dirty="0"/>
                  <a:t>4</a:t>
                </a:r>
              </a:p>
            </p:txBody>
          </p:sp>
          <p:sp>
            <p:nvSpPr>
              <p:cNvPr id="577" name="TextBox 576">
                <a:extLst>
                  <a:ext uri="{FF2B5EF4-FFF2-40B4-BE49-F238E27FC236}">
                    <a16:creationId xmlns:a16="http://schemas.microsoft.com/office/drawing/2014/main" id="{25A7CD9E-2D5A-47E5-5937-0BCF857D563C}"/>
                  </a:ext>
                </a:extLst>
              </p:cNvPr>
              <p:cNvSpPr txBox="1"/>
              <p:nvPr/>
            </p:nvSpPr>
            <p:spPr>
              <a:xfrm>
                <a:off x="4846320" y="1676400"/>
                <a:ext cx="26321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L" sz="1200" dirty="0"/>
                  <a:t>3</a:t>
                </a:r>
              </a:p>
            </p:txBody>
          </p:sp>
        </p:grpSp>
        <p:grpSp>
          <p:nvGrpSpPr>
            <p:cNvPr id="578" name="Group 577">
              <a:extLst>
                <a:ext uri="{FF2B5EF4-FFF2-40B4-BE49-F238E27FC236}">
                  <a16:creationId xmlns:a16="http://schemas.microsoft.com/office/drawing/2014/main" id="{7F15BE3B-45AE-EE57-5FC2-5BFA6220D53C}"/>
                </a:ext>
              </a:extLst>
            </p:cNvPr>
            <p:cNvGrpSpPr/>
            <p:nvPr/>
          </p:nvGrpSpPr>
          <p:grpSpPr>
            <a:xfrm>
              <a:off x="3721696" y="3785001"/>
              <a:ext cx="860622" cy="859536"/>
              <a:chOff x="4248912" y="1670304"/>
              <a:chExt cx="860622" cy="859536"/>
            </a:xfrm>
          </p:grpSpPr>
          <p:sp>
            <p:nvSpPr>
              <p:cNvPr id="579" name="Rectangle 578">
                <a:extLst>
                  <a:ext uri="{FF2B5EF4-FFF2-40B4-BE49-F238E27FC236}">
                    <a16:creationId xmlns:a16="http://schemas.microsoft.com/office/drawing/2014/main" id="{E3A67E86-41C6-E672-1791-E970C5053FCD}"/>
                  </a:ext>
                </a:extLst>
              </p:cNvPr>
              <p:cNvSpPr/>
              <p:nvPr/>
            </p:nvSpPr>
            <p:spPr>
              <a:xfrm>
                <a:off x="4297680" y="1719072"/>
                <a:ext cx="780288" cy="780288"/>
              </a:xfrm>
              <a:prstGeom prst="rect">
                <a:avLst/>
              </a:prstGeom>
              <a:solidFill>
                <a:srgbClr val="FF0000">
                  <a:alpha val="45623"/>
                </a:srgb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L"/>
              </a:p>
            </p:txBody>
          </p:sp>
          <p:sp>
            <p:nvSpPr>
              <p:cNvPr id="580" name="TextBox 579">
                <a:extLst>
                  <a:ext uri="{FF2B5EF4-FFF2-40B4-BE49-F238E27FC236}">
                    <a16:creationId xmlns:a16="http://schemas.microsoft.com/office/drawing/2014/main" id="{2A521DE7-7B95-C4C0-F49D-26326404ED69}"/>
                  </a:ext>
                </a:extLst>
              </p:cNvPr>
              <p:cNvSpPr txBox="1"/>
              <p:nvPr/>
            </p:nvSpPr>
            <p:spPr>
              <a:xfrm>
                <a:off x="4248912" y="1670304"/>
                <a:ext cx="26321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L" sz="1200" dirty="0"/>
                  <a:t>7</a:t>
                </a:r>
              </a:p>
            </p:txBody>
          </p:sp>
          <p:sp>
            <p:nvSpPr>
              <p:cNvPr id="581" name="TextBox 580">
                <a:extLst>
                  <a:ext uri="{FF2B5EF4-FFF2-40B4-BE49-F238E27FC236}">
                    <a16:creationId xmlns:a16="http://schemas.microsoft.com/office/drawing/2014/main" id="{54010AF1-38BF-3D16-C6E0-CBA2AF9E7A38}"/>
                  </a:ext>
                </a:extLst>
              </p:cNvPr>
              <p:cNvSpPr txBox="1"/>
              <p:nvPr/>
            </p:nvSpPr>
            <p:spPr>
              <a:xfrm>
                <a:off x="4846320" y="2252841"/>
                <a:ext cx="26321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L" sz="1200" dirty="0"/>
                  <a:t>6</a:t>
                </a:r>
              </a:p>
            </p:txBody>
          </p:sp>
          <p:sp>
            <p:nvSpPr>
              <p:cNvPr id="582" name="TextBox 581">
                <a:extLst>
                  <a:ext uri="{FF2B5EF4-FFF2-40B4-BE49-F238E27FC236}">
                    <a16:creationId xmlns:a16="http://schemas.microsoft.com/office/drawing/2014/main" id="{C794DDBE-23D9-6C98-7A8A-6830CD1EF8F6}"/>
                  </a:ext>
                </a:extLst>
              </p:cNvPr>
              <p:cNvSpPr txBox="1"/>
              <p:nvPr/>
            </p:nvSpPr>
            <p:spPr>
              <a:xfrm>
                <a:off x="4255008" y="2240649"/>
                <a:ext cx="26321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L" sz="1200" dirty="0"/>
                  <a:t>4</a:t>
                </a:r>
              </a:p>
            </p:txBody>
          </p:sp>
          <p:sp>
            <p:nvSpPr>
              <p:cNvPr id="583" name="TextBox 582">
                <a:extLst>
                  <a:ext uri="{FF2B5EF4-FFF2-40B4-BE49-F238E27FC236}">
                    <a16:creationId xmlns:a16="http://schemas.microsoft.com/office/drawing/2014/main" id="{C2418ED0-86A6-30C1-FF8C-C67607AD6FD0}"/>
                  </a:ext>
                </a:extLst>
              </p:cNvPr>
              <p:cNvSpPr txBox="1"/>
              <p:nvPr/>
            </p:nvSpPr>
            <p:spPr>
              <a:xfrm>
                <a:off x="4846320" y="1676400"/>
                <a:ext cx="26321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L" sz="1200" dirty="0"/>
                  <a:t>5</a:t>
                </a:r>
              </a:p>
            </p:txBody>
          </p:sp>
        </p:grpSp>
        <p:grpSp>
          <p:nvGrpSpPr>
            <p:cNvPr id="584" name="Group 583">
              <a:extLst>
                <a:ext uri="{FF2B5EF4-FFF2-40B4-BE49-F238E27FC236}">
                  <a16:creationId xmlns:a16="http://schemas.microsoft.com/office/drawing/2014/main" id="{F7F306AD-D57F-FEA9-883C-FC71829F6F5B}"/>
                </a:ext>
              </a:extLst>
            </p:cNvPr>
            <p:cNvGrpSpPr/>
            <p:nvPr/>
          </p:nvGrpSpPr>
          <p:grpSpPr>
            <a:xfrm>
              <a:off x="4507413" y="3787006"/>
              <a:ext cx="860622" cy="859536"/>
              <a:chOff x="4248912" y="1670304"/>
              <a:chExt cx="860622" cy="859536"/>
            </a:xfrm>
          </p:grpSpPr>
          <p:sp>
            <p:nvSpPr>
              <p:cNvPr id="585" name="Rectangle 584">
                <a:extLst>
                  <a:ext uri="{FF2B5EF4-FFF2-40B4-BE49-F238E27FC236}">
                    <a16:creationId xmlns:a16="http://schemas.microsoft.com/office/drawing/2014/main" id="{96B3D724-A645-4670-B763-8B6433BD78B3}"/>
                  </a:ext>
                </a:extLst>
              </p:cNvPr>
              <p:cNvSpPr/>
              <p:nvPr/>
            </p:nvSpPr>
            <p:spPr>
              <a:xfrm>
                <a:off x="4297680" y="1719072"/>
                <a:ext cx="780288" cy="780288"/>
              </a:xfrm>
              <a:prstGeom prst="rect">
                <a:avLst/>
              </a:prstGeom>
              <a:solidFill>
                <a:schemeClr val="accent1">
                  <a:alpha val="45623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L"/>
              </a:p>
            </p:txBody>
          </p:sp>
          <p:sp>
            <p:nvSpPr>
              <p:cNvPr id="586" name="TextBox 585">
                <a:extLst>
                  <a:ext uri="{FF2B5EF4-FFF2-40B4-BE49-F238E27FC236}">
                    <a16:creationId xmlns:a16="http://schemas.microsoft.com/office/drawing/2014/main" id="{0BB21B4E-ECC9-9C31-D83E-20DEE35132F9}"/>
                  </a:ext>
                </a:extLst>
              </p:cNvPr>
              <p:cNvSpPr txBox="1"/>
              <p:nvPr/>
            </p:nvSpPr>
            <p:spPr>
              <a:xfrm>
                <a:off x="4248912" y="1670304"/>
                <a:ext cx="26321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L" sz="1200" dirty="0"/>
                  <a:t>1</a:t>
                </a:r>
              </a:p>
            </p:txBody>
          </p:sp>
          <p:sp>
            <p:nvSpPr>
              <p:cNvPr id="587" name="TextBox 586">
                <a:extLst>
                  <a:ext uri="{FF2B5EF4-FFF2-40B4-BE49-F238E27FC236}">
                    <a16:creationId xmlns:a16="http://schemas.microsoft.com/office/drawing/2014/main" id="{5A1C14E1-C273-3BF7-C19A-119819B6820F}"/>
                  </a:ext>
                </a:extLst>
              </p:cNvPr>
              <p:cNvSpPr txBox="1"/>
              <p:nvPr/>
            </p:nvSpPr>
            <p:spPr>
              <a:xfrm>
                <a:off x="4846320" y="2252841"/>
                <a:ext cx="26321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L" sz="1200" dirty="0"/>
                  <a:t>2</a:t>
                </a:r>
              </a:p>
            </p:txBody>
          </p:sp>
          <p:sp>
            <p:nvSpPr>
              <p:cNvPr id="588" name="TextBox 587">
                <a:extLst>
                  <a:ext uri="{FF2B5EF4-FFF2-40B4-BE49-F238E27FC236}">
                    <a16:creationId xmlns:a16="http://schemas.microsoft.com/office/drawing/2014/main" id="{02597B89-7639-D808-D785-BD0950F92B17}"/>
                  </a:ext>
                </a:extLst>
              </p:cNvPr>
              <p:cNvSpPr txBox="1"/>
              <p:nvPr/>
            </p:nvSpPr>
            <p:spPr>
              <a:xfrm>
                <a:off x="4255008" y="2240649"/>
                <a:ext cx="26321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L" sz="1200" dirty="0"/>
                  <a:t>4</a:t>
                </a:r>
              </a:p>
            </p:txBody>
          </p:sp>
          <p:sp>
            <p:nvSpPr>
              <p:cNvPr id="589" name="TextBox 588">
                <a:extLst>
                  <a:ext uri="{FF2B5EF4-FFF2-40B4-BE49-F238E27FC236}">
                    <a16:creationId xmlns:a16="http://schemas.microsoft.com/office/drawing/2014/main" id="{A45D5485-0CBB-79B5-40EC-2B16A229A096}"/>
                  </a:ext>
                </a:extLst>
              </p:cNvPr>
              <p:cNvSpPr txBox="1"/>
              <p:nvPr/>
            </p:nvSpPr>
            <p:spPr>
              <a:xfrm>
                <a:off x="4846320" y="1676400"/>
                <a:ext cx="26321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L" sz="1200" dirty="0"/>
                  <a:t>3</a:t>
                </a:r>
              </a:p>
            </p:txBody>
          </p:sp>
        </p:grpSp>
      </p:grpSp>
      <p:sp>
        <p:nvSpPr>
          <p:cNvPr id="235" name="TextBox 234">
            <a:extLst>
              <a:ext uri="{FF2B5EF4-FFF2-40B4-BE49-F238E27FC236}">
                <a16:creationId xmlns:a16="http://schemas.microsoft.com/office/drawing/2014/main" id="{5EE44669-55C5-844A-3B57-52747D74DB93}"/>
              </a:ext>
            </a:extLst>
          </p:cNvPr>
          <p:cNvSpPr txBox="1"/>
          <p:nvPr/>
        </p:nvSpPr>
        <p:spPr>
          <a:xfrm>
            <a:off x="6385390" y="1237455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L" sz="1200" b="1" dirty="0"/>
              <a:t>6</a:t>
            </a:r>
          </a:p>
        </p:txBody>
      </p:sp>
      <p:sp>
        <p:nvSpPr>
          <p:cNvPr id="239" name="TextBox 238">
            <a:extLst>
              <a:ext uri="{FF2B5EF4-FFF2-40B4-BE49-F238E27FC236}">
                <a16:creationId xmlns:a16="http://schemas.microsoft.com/office/drawing/2014/main" id="{023112C6-B24E-6A33-09A0-6A125F4C3A2C}"/>
              </a:ext>
            </a:extLst>
          </p:cNvPr>
          <p:cNvSpPr txBox="1"/>
          <p:nvPr/>
        </p:nvSpPr>
        <p:spPr>
          <a:xfrm>
            <a:off x="5331728" y="1244400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L" sz="1200" b="1" dirty="0"/>
              <a:t>5</a:t>
            </a:r>
          </a:p>
        </p:txBody>
      </p:sp>
      <p:sp>
        <p:nvSpPr>
          <p:cNvPr id="241" name="TextBox 240">
            <a:extLst>
              <a:ext uri="{FF2B5EF4-FFF2-40B4-BE49-F238E27FC236}">
                <a16:creationId xmlns:a16="http://schemas.microsoft.com/office/drawing/2014/main" id="{1F60D072-6C6D-8192-9821-33FD2AF99C94}"/>
              </a:ext>
            </a:extLst>
          </p:cNvPr>
          <p:cNvSpPr txBox="1"/>
          <p:nvPr/>
        </p:nvSpPr>
        <p:spPr>
          <a:xfrm>
            <a:off x="5344999" y="670903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L" sz="1200" b="1" dirty="0"/>
              <a:t>4</a:t>
            </a:r>
          </a:p>
        </p:txBody>
      </p:sp>
      <p:sp>
        <p:nvSpPr>
          <p:cNvPr id="244" name="TextBox 243">
            <a:extLst>
              <a:ext uri="{FF2B5EF4-FFF2-40B4-BE49-F238E27FC236}">
                <a16:creationId xmlns:a16="http://schemas.microsoft.com/office/drawing/2014/main" id="{A2EAABE9-6D4B-512C-A366-EB9E401BA3B6}"/>
              </a:ext>
            </a:extLst>
          </p:cNvPr>
          <p:cNvSpPr txBox="1"/>
          <p:nvPr/>
        </p:nvSpPr>
        <p:spPr>
          <a:xfrm>
            <a:off x="6394165" y="677677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L" sz="1200" b="1" dirty="0"/>
              <a:t>5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6A94EAB-48FB-FEF3-3D47-E653E74E64F1}"/>
              </a:ext>
            </a:extLst>
          </p:cNvPr>
          <p:cNvSpPr txBox="1"/>
          <p:nvPr/>
        </p:nvSpPr>
        <p:spPr>
          <a:xfrm>
            <a:off x="5343372" y="3605499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L" sz="1200" b="1" dirty="0"/>
              <a:t>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6AD1EB-5A39-EC32-ABCF-8CEEC9AB6306}"/>
              </a:ext>
            </a:extLst>
          </p:cNvPr>
          <p:cNvSpPr txBox="1"/>
          <p:nvPr/>
        </p:nvSpPr>
        <p:spPr>
          <a:xfrm>
            <a:off x="6373625" y="3015935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L" sz="1200" dirty="0"/>
              <a:t>3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FE7E258-BEC3-86EC-772C-8E62272F568B}"/>
              </a:ext>
            </a:extLst>
          </p:cNvPr>
          <p:cNvSpPr txBox="1"/>
          <p:nvPr/>
        </p:nvSpPr>
        <p:spPr>
          <a:xfrm>
            <a:off x="5329613" y="3020553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L" sz="1200" b="1" dirty="0"/>
              <a:t>4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83E8539-B243-D689-717A-DB616499BF0A}"/>
              </a:ext>
            </a:extLst>
          </p:cNvPr>
          <p:cNvSpPr txBox="1"/>
          <p:nvPr/>
        </p:nvSpPr>
        <p:spPr>
          <a:xfrm>
            <a:off x="6394985" y="3600925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L" sz="1200" b="1" dirty="0"/>
              <a:t>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178BD9D-5CA4-5207-31CD-07F0FD68EC61}"/>
              </a:ext>
            </a:extLst>
          </p:cNvPr>
          <p:cNvSpPr txBox="1"/>
          <p:nvPr/>
        </p:nvSpPr>
        <p:spPr>
          <a:xfrm>
            <a:off x="6388004" y="2796552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L" sz="1200" b="1" dirty="0"/>
              <a:t>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E414ADF-6271-D282-B339-093630F63564}"/>
              </a:ext>
            </a:extLst>
          </p:cNvPr>
          <p:cNvSpPr txBox="1"/>
          <p:nvPr/>
        </p:nvSpPr>
        <p:spPr>
          <a:xfrm>
            <a:off x="5327841" y="2814175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L" sz="1200" b="1" dirty="0"/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73C9D75-00A3-7517-3B45-FB6E6F6D14F3}"/>
              </a:ext>
            </a:extLst>
          </p:cNvPr>
          <p:cNvSpPr txBox="1"/>
          <p:nvPr/>
        </p:nvSpPr>
        <p:spPr>
          <a:xfrm>
            <a:off x="5341112" y="2240678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L" sz="1200" b="1" dirty="0"/>
              <a:t>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C355E3A-E466-1CD0-4EBE-B7D12C11C3A4}"/>
              </a:ext>
            </a:extLst>
          </p:cNvPr>
          <p:cNvSpPr txBox="1"/>
          <p:nvPr/>
        </p:nvSpPr>
        <p:spPr>
          <a:xfrm>
            <a:off x="6390278" y="2247452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L" sz="1200" b="1" dirty="0"/>
              <a:t>5</a:t>
            </a:r>
          </a:p>
        </p:txBody>
      </p:sp>
      <p:grpSp>
        <p:nvGrpSpPr>
          <p:cNvPr id="485" name="Group 484">
            <a:extLst>
              <a:ext uri="{FF2B5EF4-FFF2-40B4-BE49-F238E27FC236}">
                <a16:creationId xmlns:a16="http://schemas.microsoft.com/office/drawing/2014/main" id="{FE9FD2B8-1185-8609-6719-38256EA82CD9}"/>
              </a:ext>
            </a:extLst>
          </p:cNvPr>
          <p:cNvGrpSpPr/>
          <p:nvPr/>
        </p:nvGrpSpPr>
        <p:grpSpPr>
          <a:xfrm>
            <a:off x="6583549" y="659745"/>
            <a:ext cx="3238181" cy="3218179"/>
            <a:chOff x="6559346" y="1452006"/>
            <a:chExt cx="3215851" cy="3195987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4A0816DB-0296-A029-AC35-DF2585D9D161}"/>
                </a:ext>
              </a:extLst>
            </p:cNvPr>
            <p:cNvGrpSpPr/>
            <p:nvPr/>
          </p:nvGrpSpPr>
          <p:grpSpPr>
            <a:xfrm>
              <a:off x="6559346" y="1453092"/>
              <a:ext cx="860622" cy="859536"/>
              <a:chOff x="4248912" y="1670304"/>
              <a:chExt cx="860622" cy="859536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128891C4-DFBA-6C85-8B39-751FB778A40C}"/>
                  </a:ext>
                </a:extLst>
              </p:cNvPr>
              <p:cNvSpPr/>
              <p:nvPr/>
            </p:nvSpPr>
            <p:spPr>
              <a:xfrm>
                <a:off x="4297680" y="1719072"/>
                <a:ext cx="780288" cy="780288"/>
              </a:xfrm>
              <a:prstGeom prst="rect">
                <a:avLst/>
              </a:prstGeom>
              <a:solidFill>
                <a:schemeClr val="accent1">
                  <a:alpha val="45623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L"/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76BEB5B-96D5-807B-7D15-877A0E55D91A}"/>
                  </a:ext>
                </a:extLst>
              </p:cNvPr>
              <p:cNvSpPr txBox="1"/>
              <p:nvPr/>
            </p:nvSpPr>
            <p:spPr>
              <a:xfrm>
                <a:off x="4248912" y="1670304"/>
                <a:ext cx="26321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L" sz="1200" dirty="0"/>
                  <a:t>1</a:t>
                </a: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AE75ECD-72C1-2B03-7F24-4CC9B6BB5CB7}"/>
                  </a:ext>
                </a:extLst>
              </p:cNvPr>
              <p:cNvSpPr txBox="1"/>
              <p:nvPr/>
            </p:nvSpPr>
            <p:spPr>
              <a:xfrm>
                <a:off x="4846320" y="2252841"/>
                <a:ext cx="26321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L" sz="1200" dirty="0"/>
                  <a:t>2</a:t>
                </a: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48A3A16-22DB-93DC-707D-B9A31BDE520D}"/>
                  </a:ext>
                </a:extLst>
              </p:cNvPr>
              <p:cNvSpPr txBox="1"/>
              <p:nvPr/>
            </p:nvSpPr>
            <p:spPr>
              <a:xfrm>
                <a:off x="4255008" y="2240649"/>
                <a:ext cx="26321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L" sz="1200" dirty="0"/>
                  <a:t>4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31A96FE-D2BE-E809-6832-31700EDD85A0}"/>
                  </a:ext>
                </a:extLst>
              </p:cNvPr>
              <p:cNvSpPr txBox="1"/>
              <p:nvPr/>
            </p:nvSpPr>
            <p:spPr>
              <a:xfrm>
                <a:off x="4846320" y="1676400"/>
                <a:ext cx="26321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L" sz="1200" dirty="0"/>
                  <a:t>3</a:t>
                </a:r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F4E6D1E6-2B2E-9AE7-7DF0-9F24313443F2}"/>
                </a:ext>
              </a:extLst>
            </p:cNvPr>
            <p:cNvGrpSpPr/>
            <p:nvPr/>
          </p:nvGrpSpPr>
          <p:grpSpPr>
            <a:xfrm>
              <a:off x="7342807" y="1452006"/>
              <a:ext cx="860622" cy="859536"/>
              <a:chOff x="4248912" y="1670304"/>
              <a:chExt cx="860622" cy="859536"/>
            </a:xfrm>
          </p:grpSpPr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781951BD-81F9-57E3-53F4-2E0A835CC14A}"/>
                  </a:ext>
                </a:extLst>
              </p:cNvPr>
              <p:cNvSpPr/>
              <p:nvPr/>
            </p:nvSpPr>
            <p:spPr>
              <a:xfrm>
                <a:off x="4297680" y="1719072"/>
                <a:ext cx="780288" cy="780288"/>
              </a:xfrm>
              <a:prstGeom prst="rect">
                <a:avLst/>
              </a:prstGeom>
              <a:solidFill>
                <a:srgbClr val="FF0000">
                  <a:alpha val="45623"/>
                </a:srgb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L"/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9EB4A5F7-1CDC-795B-5C9B-BCC3E42287EF}"/>
                  </a:ext>
                </a:extLst>
              </p:cNvPr>
              <p:cNvSpPr txBox="1"/>
              <p:nvPr/>
            </p:nvSpPr>
            <p:spPr>
              <a:xfrm>
                <a:off x="4248912" y="1670304"/>
                <a:ext cx="26321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L" sz="1200" dirty="0"/>
                  <a:t>7</a:t>
                </a:r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9407E8B9-4464-04F9-7244-B1A14EC75673}"/>
                  </a:ext>
                </a:extLst>
              </p:cNvPr>
              <p:cNvSpPr txBox="1"/>
              <p:nvPr/>
            </p:nvSpPr>
            <p:spPr>
              <a:xfrm>
                <a:off x="4846320" y="2252841"/>
                <a:ext cx="26321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L" sz="1200" dirty="0"/>
                  <a:t>6</a:t>
                </a:r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04CC5744-145C-DE07-E97A-B59EBE357DB1}"/>
                  </a:ext>
                </a:extLst>
              </p:cNvPr>
              <p:cNvSpPr txBox="1"/>
              <p:nvPr/>
            </p:nvSpPr>
            <p:spPr>
              <a:xfrm>
                <a:off x="4255008" y="2240649"/>
                <a:ext cx="26321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L" sz="1200" dirty="0"/>
                  <a:t>4</a:t>
                </a:r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5D5A806E-45AD-6587-7E43-3A82BA18AEA2}"/>
                  </a:ext>
                </a:extLst>
              </p:cNvPr>
              <p:cNvSpPr txBox="1"/>
              <p:nvPr/>
            </p:nvSpPr>
            <p:spPr>
              <a:xfrm>
                <a:off x="4846320" y="1676400"/>
                <a:ext cx="26321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L" sz="1200" dirty="0"/>
                  <a:t>5</a:t>
                </a:r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A5AC8C9E-F3E1-790C-396D-FD4B42B301CC}"/>
                </a:ext>
              </a:extLst>
            </p:cNvPr>
            <p:cNvGrpSpPr/>
            <p:nvPr/>
          </p:nvGrpSpPr>
          <p:grpSpPr>
            <a:xfrm>
              <a:off x="8126268" y="1452006"/>
              <a:ext cx="860622" cy="859536"/>
              <a:chOff x="4248912" y="1670304"/>
              <a:chExt cx="860622" cy="859536"/>
            </a:xfrm>
          </p:grpSpPr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21171652-5E05-B33A-F682-D6252E17D10F}"/>
                  </a:ext>
                </a:extLst>
              </p:cNvPr>
              <p:cNvSpPr/>
              <p:nvPr/>
            </p:nvSpPr>
            <p:spPr>
              <a:xfrm>
                <a:off x="4297680" y="1719072"/>
                <a:ext cx="780288" cy="780288"/>
              </a:xfrm>
              <a:prstGeom prst="rect">
                <a:avLst/>
              </a:prstGeom>
              <a:solidFill>
                <a:schemeClr val="accent1">
                  <a:alpha val="45623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L"/>
              </a:p>
            </p:txBody>
          </p: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599A65CD-8C99-E2C5-2233-C7F551EAC460}"/>
                  </a:ext>
                </a:extLst>
              </p:cNvPr>
              <p:cNvSpPr txBox="1"/>
              <p:nvPr/>
            </p:nvSpPr>
            <p:spPr>
              <a:xfrm>
                <a:off x="4248912" y="1670304"/>
                <a:ext cx="26321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L" sz="1200" dirty="0"/>
                  <a:t>1</a:t>
                </a:r>
              </a:p>
            </p:txBody>
          </p:sp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00671B3E-F576-AE36-2041-C486C1688C28}"/>
                  </a:ext>
                </a:extLst>
              </p:cNvPr>
              <p:cNvSpPr txBox="1"/>
              <p:nvPr/>
            </p:nvSpPr>
            <p:spPr>
              <a:xfrm>
                <a:off x="4846320" y="2252841"/>
                <a:ext cx="26321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L" sz="1200" dirty="0"/>
                  <a:t>2</a:t>
                </a:r>
              </a:p>
            </p:txBody>
          </p: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251F09EE-C919-4F6F-75A6-B452C1FF104D}"/>
                  </a:ext>
                </a:extLst>
              </p:cNvPr>
              <p:cNvSpPr txBox="1"/>
              <p:nvPr/>
            </p:nvSpPr>
            <p:spPr>
              <a:xfrm>
                <a:off x="4255008" y="2240649"/>
                <a:ext cx="26321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L" sz="1200" dirty="0"/>
                  <a:t>4</a:t>
                </a:r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F4D7763B-6934-5265-8AA6-F12D2574A800}"/>
                  </a:ext>
                </a:extLst>
              </p:cNvPr>
              <p:cNvSpPr txBox="1"/>
              <p:nvPr/>
            </p:nvSpPr>
            <p:spPr>
              <a:xfrm>
                <a:off x="4846320" y="1676400"/>
                <a:ext cx="26321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L" sz="1200" dirty="0"/>
                  <a:t>3</a:t>
                </a:r>
              </a:p>
            </p:txBody>
          </p:sp>
        </p:grp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6E85E87E-9EAD-21C3-4FF7-8C37F5365799}"/>
                </a:ext>
              </a:extLst>
            </p:cNvPr>
            <p:cNvGrpSpPr/>
            <p:nvPr/>
          </p:nvGrpSpPr>
          <p:grpSpPr>
            <a:xfrm>
              <a:off x="6561936" y="2231881"/>
              <a:ext cx="860622" cy="859536"/>
              <a:chOff x="4248912" y="1670304"/>
              <a:chExt cx="860622" cy="859536"/>
            </a:xfrm>
          </p:grpSpPr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C9E13DDD-29A5-4B41-B686-E99CDB29BE17}"/>
                  </a:ext>
                </a:extLst>
              </p:cNvPr>
              <p:cNvSpPr/>
              <p:nvPr/>
            </p:nvSpPr>
            <p:spPr>
              <a:xfrm>
                <a:off x="4297680" y="1719072"/>
                <a:ext cx="780288" cy="780288"/>
              </a:xfrm>
              <a:prstGeom prst="rect">
                <a:avLst/>
              </a:prstGeom>
              <a:solidFill>
                <a:srgbClr val="FF0000">
                  <a:alpha val="45623"/>
                </a:srgb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L"/>
              </a:p>
            </p:txBody>
          </p: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86D88C97-A5F6-D9BA-0C49-43E2F905EF9F}"/>
                  </a:ext>
                </a:extLst>
              </p:cNvPr>
              <p:cNvSpPr txBox="1"/>
              <p:nvPr/>
            </p:nvSpPr>
            <p:spPr>
              <a:xfrm>
                <a:off x="4248912" y="1670304"/>
                <a:ext cx="26321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L" sz="1200" dirty="0"/>
                  <a:t>7</a:t>
                </a:r>
              </a:p>
            </p:txBody>
          </p:sp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CC50CF5F-816C-4101-1AB8-82C0138DEF90}"/>
                  </a:ext>
                </a:extLst>
              </p:cNvPr>
              <p:cNvSpPr txBox="1"/>
              <p:nvPr/>
            </p:nvSpPr>
            <p:spPr>
              <a:xfrm>
                <a:off x="4846320" y="2252841"/>
                <a:ext cx="26321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L" sz="1200" dirty="0"/>
                  <a:t>6</a:t>
                </a:r>
              </a:p>
            </p:txBody>
          </p: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E57E9443-8164-B20F-D7B4-CBF2C332422D}"/>
                  </a:ext>
                </a:extLst>
              </p:cNvPr>
              <p:cNvSpPr txBox="1"/>
              <p:nvPr/>
            </p:nvSpPr>
            <p:spPr>
              <a:xfrm>
                <a:off x="4255008" y="2240649"/>
                <a:ext cx="26321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L" sz="1200" dirty="0"/>
                  <a:t>4</a:t>
                </a:r>
              </a:p>
            </p:txBody>
          </p: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1ABB19CE-0F44-18F4-C374-F74F7CFE5CD5}"/>
                  </a:ext>
                </a:extLst>
              </p:cNvPr>
              <p:cNvSpPr txBox="1"/>
              <p:nvPr/>
            </p:nvSpPr>
            <p:spPr>
              <a:xfrm>
                <a:off x="4846320" y="1676400"/>
                <a:ext cx="26321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L" sz="1200" dirty="0"/>
                  <a:t>5</a:t>
                </a:r>
              </a:p>
            </p:txBody>
          </p:sp>
        </p:grp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5DB2264E-05EC-91A2-9944-D0E58DA57D89}"/>
                </a:ext>
              </a:extLst>
            </p:cNvPr>
            <p:cNvGrpSpPr/>
            <p:nvPr/>
          </p:nvGrpSpPr>
          <p:grpSpPr>
            <a:xfrm>
              <a:off x="7345397" y="2231881"/>
              <a:ext cx="860622" cy="859536"/>
              <a:chOff x="4248912" y="1670304"/>
              <a:chExt cx="860622" cy="859536"/>
            </a:xfrm>
          </p:grpSpPr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50DF570A-9F6E-EB7F-BA23-4D0F517F76C3}"/>
                  </a:ext>
                </a:extLst>
              </p:cNvPr>
              <p:cNvSpPr/>
              <p:nvPr/>
            </p:nvSpPr>
            <p:spPr>
              <a:xfrm>
                <a:off x="4297680" y="1719072"/>
                <a:ext cx="780288" cy="780288"/>
              </a:xfrm>
              <a:prstGeom prst="rect">
                <a:avLst/>
              </a:prstGeom>
              <a:solidFill>
                <a:schemeClr val="accent1">
                  <a:alpha val="45623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L"/>
              </a:p>
            </p:txBody>
          </p: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E565F83E-5B1E-9CE5-E9CE-C00054B98C27}"/>
                  </a:ext>
                </a:extLst>
              </p:cNvPr>
              <p:cNvSpPr txBox="1"/>
              <p:nvPr/>
            </p:nvSpPr>
            <p:spPr>
              <a:xfrm>
                <a:off x="4248912" y="1670304"/>
                <a:ext cx="26321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L" sz="1200" dirty="0"/>
                  <a:t>1</a:t>
                </a:r>
              </a:p>
            </p:txBody>
          </p: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66408767-F6F5-50F7-E25B-F38C18152CCB}"/>
                  </a:ext>
                </a:extLst>
              </p:cNvPr>
              <p:cNvSpPr txBox="1"/>
              <p:nvPr/>
            </p:nvSpPr>
            <p:spPr>
              <a:xfrm>
                <a:off x="4846320" y="2252841"/>
                <a:ext cx="26321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L" sz="1200" dirty="0"/>
                  <a:t>2</a:t>
                </a:r>
              </a:p>
            </p:txBody>
          </p: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03833314-F7F0-4DEF-A753-0A8412B61402}"/>
                  </a:ext>
                </a:extLst>
              </p:cNvPr>
              <p:cNvSpPr txBox="1"/>
              <p:nvPr/>
            </p:nvSpPr>
            <p:spPr>
              <a:xfrm>
                <a:off x="4255008" y="2240649"/>
                <a:ext cx="26321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L" sz="1200" dirty="0"/>
                  <a:t>4</a:t>
                </a:r>
              </a:p>
            </p:txBody>
          </p:sp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3BA77417-FB54-62C7-DD7D-18068B642802}"/>
                  </a:ext>
                </a:extLst>
              </p:cNvPr>
              <p:cNvSpPr txBox="1"/>
              <p:nvPr/>
            </p:nvSpPr>
            <p:spPr>
              <a:xfrm>
                <a:off x="4846320" y="1676400"/>
                <a:ext cx="26321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L" sz="1200" dirty="0"/>
                  <a:t>3</a:t>
                </a:r>
              </a:p>
            </p:txBody>
          </p:sp>
        </p:grp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87C6886D-1A9A-E1F7-7C2F-C291D7A197EC}"/>
                </a:ext>
              </a:extLst>
            </p:cNvPr>
            <p:cNvGrpSpPr/>
            <p:nvPr/>
          </p:nvGrpSpPr>
          <p:grpSpPr>
            <a:xfrm>
              <a:off x="8128858" y="2230795"/>
              <a:ext cx="860622" cy="859536"/>
              <a:chOff x="4248912" y="1670304"/>
              <a:chExt cx="860622" cy="859536"/>
            </a:xfrm>
          </p:grpSpPr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F4EB0DF8-AED0-2627-5211-4088CEAD0B56}"/>
                  </a:ext>
                </a:extLst>
              </p:cNvPr>
              <p:cNvSpPr/>
              <p:nvPr/>
            </p:nvSpPr>
            <p:spPr>
              <a:xfrm>
                <a:off x="4297680" y="1719072"/>
                <a:ext cx="780288" cy="780288"/>
              </a:xfrm>
              <a:prstGeom prst="rect">
                <a:avLst/>
              </a:prstGeom>
              <a:solidFill>
                <a:srgbClr val="FF0000">
                  <a:alpha val="45623"/>
                </a:srgb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L"/>
              </a:p>
            </p:txBody>
          </p:sp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7C9CC7BF-C66E-E22A-A499-B6242DDB1E19}"/>
                  </a:ext>
                </a:extLst>
              </p:cNvPr>
              <p:cNvSpPr txBox="1"/>
              <p:nvPr/>
            </p:nvSpPr>
            <p:spPr>
              <a:xfrm>
                <a:off x="4248912" y="1670304"/>
                <a:ext cx="26321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L" sz="1200" dirty="0"/>
                  <a:t>7</a:t>
                </a:r>
              </a:p>
            </p:txBody>
          </p:sp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EC1544E4-9F97-AD08-2B00-1036021CB794}"/>
                  </a:ext>
                </a:extLst>
              </p:cNvPr>
              <p:cNvSpPr txBox="1"/>
              <p:nvPr/>
            </p:nvSpPr>
            <p:spPr>
              <a:xfrm>
                <a:off x="4846320" y="2252841"/>
                <a:ext cx="26321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L" sz="1200" dirty="0"/>
                  <a:t>6</a:t>
                </a:r>
              </a:p>
            </p:txBody>
          </p:sp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0884ECC6-406C-DDB1-7AC9-2F75478C693A}"/>
                  </a:ext>
                </a:extLst>
              </p:cNvPr>
              <p:cNvSpPr txBox="1"/>
              <p:nvPr/>
            </p:nvSpPr>
            <p:spPr>
              <a:xfrm>
                <a:off x="4255008" y="2240649"/>
                <a:ext cx="26321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L" sz="1200" dirty="0"/>
                  <a:t>4</a:t>
                </a:r>
              </a:p>
            </p:txBody>
          </p:sp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687BED5B-DD04-20ED-2197-2FD5F1265F72}"/>
                  </a:ext>
                </a:extLst>
              </p:cNvPr>
              <p:cNvSpPr txBox="1"/>
              <p:nvPr/>
            </p:nvSpPr>
            <p:spPr>
              <a:xfrm>
                <a:off x="4846320" y="1676400"/>
                <a:ext cx="26321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L" sz="1200" dirty="0"/>
                  <a:t>5</a:t>
                </a:r>
              </a:p>
            </p:txBody>
          </p:sp>
        </p:grpSp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F3139194-D2BB-EB35-98F7-D64E8A6D1F2B}"/>
                </a:ext>
              </a:extLst>
            </p:cNvPr>
            <p:cNvGrpSpPr/>
            <p:nvPr/>
          </p:nvGrpSpPr>
          <p:grpSpPr>
            <a:xfrm>
              <a:off x="6561769" y="3002820"/>
              <a:ext cx="860622" cy="859536"/>
              <a:chOff x="4248912" y="1670304"/>
              <a:chExt cx="860622" cy="859536"/>
            </a:xfrm>
          </p:grpSpPr>
          <p:sp>
            <p:nvSpPr>
              <p:cNvPr id="48" name="Rectangle 47">
                <a:extLst>
                  <a:ext uri="{FF2B5EF4-FFF2-40B4-BE49-F238E27FC236}">
                    <a16:creationId xmlns:a16="http://schemas.microsoft.com/office/drawing/2014/main" id="{6B84F379-F213-2A56-7986-70430CA3DFC9}"/>
                  </a:ext>
                </a:extLst>
              </p:cNvPr>
              <p:cNvSpPr/>
              <p:nvPr/>
            </p:nvSpPr>
            <p:spPr>
              <a:xfrm>
                <a:off x="4297680" y="1719072"/>
                <a:ext cx="780288" cy="780288"/>
              </a:xfrm>
              <a:prstGeom prst="rect">
                <a:avLst/>
              </a:prstGeom>
              <a:solidFill>
                <a:schemeClr val="accent1">
                  <a:alpha val="45623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L"/>
              </a:p>
            </p:txBody>
          </p:sp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D42A8137-6FC6-B721-685B-446F82857A45}"/>
                  </a:ext>
                </a:extLst>
              </p:cNvPr>
              <p:cNvSpPr txBox="1"/>
              <p:nvPr/>
            </p:nvSpPr>
            <p:spPr>
              <a:xfrm>
                <a:off x="4248912" y="1670304"/>
                <a:ext cx="26321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L" sz="1200" dirty="0"/>
                  <a:t>1</a:t>
                </a:r>
              </a:p>
            </p:txBody>
          </p:sp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22E232F3-F6D3-CB26-FD7B-DE21BFDE39E5}"/>
                  </a:ext>
                </a:extLst>
              </p:cNvPr>
              <p:cNvSpPr txBox="1"/>
              <p:nvPr/>
            </p:nvSpPr>
            <p:spPr>
              <a:xfrm>
                <a:off x="4846320" y="2252841"/>
                <a:ext cx="26321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L" sz="1200" dirty="0"/>
                  <a:t>2</a:t>
                </a:r>
              </a:p>
            </p:txBody>
          </p:sp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3675E233-1B46-F1C2-FCDB-C61E7628EA90}"/>
                  </a:ext>
                </a:extLst>
              </p:cNvPr>
              <p:cNvSpPr txBox="1"/>
              <p:nvPr/>
            </p:nvSpPr>
            <p:spPr>
              <a:xfrm>
                <a:off x="4255008" y="2240649"/>
                <a:ext cx="26321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L" sz="1200" dirty="0"/>
                  <a:t>4</a:t>
                </a:r>
              </a:p>
            </p:txBody>
          </p:sp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43DBFA16-48BC-CDDA-3D49-93B36A840578}"/>
                  </a:ext>
                </a:extLst>
              </p:cNvPr>
              <p:cNvSpPr txBox="1"/>
              <p:nvPr/>
            </p:nvSpPr>
            <p:spPr>
              <a:xfrm>
                <a:off x="4846320" y="1676400"/>
                <a:ext cx="26321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L" sz="1200" dirty="0"/>
                  <a:t>3</a:t>
                </a:r>
              </a:p>
            </p:txBody>
          </p:sp>
        </p:grpSp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97D50DFD-4690-B772-B336-5516C420B567}"/>
                </a:ext>
              </a:extLst>
            </p:cNvPr>
            <p:cNvGrpSpPr/>
            <p:nvPr/>
          </p:nvGrpSpPr>
          <p:grpSpPr>
            <a:xfrm>
              <a:off x="7345230" y="3007997"/>
              <a:ext cx="860622" cy="859536"/>
              <a:chOff x="4248912" y="1670304"/>
              <a:chExt cx="860622" cy="859536"/>
            </a:xfrm>
          </p:grpSpPr>
          <p:sp>
            <p:nvSpPr>
              <p:cNvPr id="54" name="Rectangle 53">
                <a:extLst>
                  <a:ext uri="{FF2B5EF4-FFF2-40B4-BE49-F238E27FC236}">
                    <a16:creationId xmlns:a16="http://schemas.microsoft.com/office/drawing/2014/main" id="{91121AF8-540B-C796-4686-C2835F88965B}"/>
                  </a:ext>
                </a:extLst>
              </p:cNvPr>
              <p:cNvSpPr/>
              <p:nvPr/>
            </p:nvSpPr>
            <p:spPr>
              <a:xfrm>
                <a:off x="4297680" y="1719072"/>
                <a:ext cx="780288" cy="780288"/>
              </a:xfrm>
              <a:prstGeom prst="rect">
                <a:avLst/>
              </a:prstGeom>
              <a:solidFill>
                <a:srgbClr val="FF0000">
                  <a:alpha val="45623"/>
                </a:srgb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L"/>
              </a:p>
            </p:txBody>
          </p:sp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05C8BF56-E44E-D9C3-753A-39449ABFF866}"/>
                  </a:ext>
                </a:extLst>
              </p:cNvPr>
              <p:cNvSpPr txBox="1"/>
              <p:nvPr/>
            </p:nvSpPr>
            <p:spPr>
              <a:xfrm>
                <a:off x="4248912" y="1670304"/>
                <a:ext cx="26321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L" sz="1200" dirty="0"/>
                  <a:t>7</a:t>
                </a:r>
              </a:p>
            </p:txBody>
          </p:sp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AD1472A6-A5B3-5332-A414-C552B04636BE}"/>
                  </a:ext>
                </a:extLst>
              </p:cNvPr>
              <p:cNvSpPr txBox="1"/>
              <p:nvPr/>
            </p:nvSpPr>
            <p:spPr>
              <a:xfrm>
                <a:off x="4846320" y="2252841"/>
                <a:ext cx="26321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L" sz="1200" dirty="0"/>
                  <a:t>6</a:t>
                </a:r>
              </a:p>
            </p:txBody>
          </p:sp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6CC1A3A0-1FEC-AEFC-9865-5B556F7E2AEA}"/>
                  </a:ext>
                </a:extLst>
              </p:cNvPr>
              <p:cNvSpPr txBox="1"/>
              <p:nvPr/>
            </p:nvSpPr>
            <p:spPr>
              <a:xfrm>
                <a:off x="4255008" y="2240649"/>
                <a:ext cx="26321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L" sz="1200" dirty="0"/>
                  <a:t>4</a:t>
                </a:r>
              </a:p>
            </p:txBody>
          </p:sp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44A775F5-E0FF-A8FB-57BB-EE9B3B3F0786}"/>
                  </a:ext>
                </a:extLst>
              </p:cNvPr>
              <p:cNvSpPr txBox="1"/>
              <p:nvPr/>
            </p:nvSpPr>
            <p:spPr>
              <a:xfrm>
                <a:off x="4846320" y="1676400"/>
                <a:ext cx="26321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L" sz="1200" dirty="0"/>
                  <a:t>5</a:t>
                </a:r>
              </a:p>
            </p:txBody>
          </p:sp>
        </p:grpSp>
        <p:grpSp>
          <p:nvGrpSpPr>
            <p:cNvPr id="59" name="Group 58">
              <a:extLst>
                <a:ext uri="{FF2B5EF4-FFF2-40B4-BE49-F238E27FC236}">
                  <a16:creationId xmlns:a16="http://schemas.microsoft.com/office/drawing/2014/main" id="{6113FA09-7B22-70B0-7371-6053E258CA2F}"/>
                </a:ext>
              </a:extLst>
            </p:cNvPr>
            <p:cNvGrpSpPr/>
            <p:nvPr/>
          </p:nvGrpSpPr>
          <p:grpSpPr>
            <a:xfrm>
              <a:off x="8128691" y="3007997"/>
              <a:ext cx="860622" cy="859536"/>
              <a:chOff x="4248912" y="1670304"/>
              <a:chExt cx="860622" cy="859536"/>
            </a:xfrm>
          </p:grpSpPr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3F4951FB-D76C-DC4A-32EF-8928C1F1BB3D}"/>
                  </a:ext>
                </a:extLst>
              </p:cNvPr>
              <p:cNvSpPr/>
              <p:nvPr/>
            </p:nvSpPr>
            <p:spPr>
              <a:xfrm>
                <a:off x="4297680" y="1719072"/>
                <a:ext cx="780288" cy="780288"/>
              </a:xfrm>
              <a:prstGeom prst="rect">
                <a:avLst/>
              </a:prstGeom>
              <a:solidFill>
                <a:schemeClr val="accent1">
                  <a:alpha val="45623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L"/>
              </a:p>
            </p:txBody>
          </p:sp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837C8548-4F9E-4DD2-5D6B-54E3F7CA6E33}"/>
                  </a:ext>
                </a:extLst>
              </p:cNvPr>
              <p:cNvSpPr txBox="1"/>
              <p:nvPr/>
            </p:nvSpPr>
            <p:spPr>
              <a:xfrm>
                <a:off x="4248912" y="1670304"/>
                <a:ext cx="26321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L" sz="1200" dirty="0"/>
                  <a:t>1</a:t>
                </a:r>
              </a:p>
            </p:txBody>
          </p:sp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CBD43A43-D2D3-49E0-3935-06E20C68639D}"/>
                  </a:ext>
                </a:extLst>
              </p:cNvPr>
              <p:cNvSpPr txBox="1"/>
              <p:nvPr/>
            </p:nvSpPr>
            <p:spPr>
              <a:xfrm>
                <a:off x="4846320" y="2252841"/>
                <a:ext cx="26321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L" sz="1200" dirty="0"/>
                  <a:t>2</a:t>
                </a:r>
              </a:p>
            </p:txBody>
          </p:sp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741BAA1C-E811-18AA-1FA4-56D5E422B3EA}"/>
                  </a:ext>
                </a:extLst>
              </p:cNvPr>
              <p:cNvSpPr txBox="1"/>
              <p:nvPr/>
            </p:nvSpPr>
            <p:spPr>
              <a:xfrm>
                <a:off x="4255008" y="2240649"/>
                <a:ext cx="26321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L" sz="1200" dirty="0"/>
                  <a:t>4</a:t>
                </a:r>
              </a:p>
            </p:txBody>
          </p:sp>
          <p:sp>
            <p:nvSpPr>
              <p:cNvPr id="448" name="TextBox 447">
                <a:extLst>
                  <a:ext uri="{FF2B5EF4-FFF2-40B4-BE49-F238E27FC236}">
                    <a16:creationId xmlns:a16="http://schemas.microsoft.com/office/drawing/2014/main" id="{0E2C8092-E444-9A2C-FEBE-71A6E899E2EF}"/>
                  </a:ext>
                </a:extLst>
              </p:cNvPr>
              <p:cNvSpPr txBox="1"/>
              <p:nvPr/>
            </p:nvSpPr>
            <p:spPr>
              <a:xfrm>
                <a:off x="4846320" y="1676400"/>
                <a:ext cx="26321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L" sz="1200" dirty="0"/>
                  <a:t>3</a:t>
                </a:r>
              </a:p>
            </p:txBody>
          </p:sp>
        </p:grpSp>
        <p:grpSp>
          <p:nvGrpSpPr>
            <p:cNvPr id="449" name="Group 448">
              <a:extLst>
                <a:ext uri="{FF2B5EF4-FFF2-40B4-BE49-F238E27FC236}">
                  <a16:creationId xmlns:a16="http://schemas.microsoft.com/office/drawing/2014/main" id="{4F7ECB53-EEB2-FCC6-3011-F15262253AE0}"/>
                </a:ext>
              </a:extLst>
            </p:cNvPr>
            <p:cNvGrpSpPr/>
            <p:nvPr/>
          </p:nvGrpSpPr>
          <p:grpSpPr>
            <a:xfrm>
              <a:off x="8911985" y="1452925"/>
              <a:ext cx="860622" cy="859536"/>
              <a:chOff x="4248912" y="1670304"/>
              <a:chExt cx="860622" cy="859536"/>
            </a:xfrm>
          </p:grpSpPr>
          <p:sp>
            <p:nvSpPr>
              <p:cNvPr id="450" name="Rectangle 449">
                <a:extLst>
                  <a:ext uri="{FF2B5EF4-FFF2-40B4-BE49-F238E27FC236}">
                    <a16:creationId xmlns:a16="http://schemas.microsoft.com/office/drawing/2014/main" id="{723D3EA5-E050-BF9C-5260-BCA2121F2848}"/>
                  </a:ext>
                </a:extLst>
              </p:cNvPr>
              <p:cNvSpPr/>
              <p:nvPr/>
            </p:nvSpPr>
            <p:spPr>
              <a:xfrm>
                <a:off x="4297680" y="1719072"/>
                <a:ext cx="780288" cy="780288"/>
              </a:xfrm>
              <a:prstGeom prst="rect">
                <a:avLst/>
              </a:prstGeom>
              <a:solidFill>
                <a:srgbClr val="FF0000">
                  <a:alpha val="45623"/>
                </a:srgb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L"/>
              </a:p>
            </p:txBody>
          </p:sp>
          <p:sp>
            <p:nvSpPr>
              <p:cNvPr id="451" name="TextBox 450">
                <a:extLst>
                  <a:ext uri="{FF2B5EF4-FFF2-40B4-BE49-F238E27FC236}">
                    <a16:creationId xmlns:a16="http://schemas.microsoft.com/office/drawing/2014/main" id="{2D5CB5AB-0898-72F4-684F-99ABE18E4EB2}"/>
                  </a:ext>
                </a:extLst>
              </p:cNvPr>
              <p:cNvSpPr txBox="1"/>
              <p:nvPr/>
            </p:nvSpPr>
            <p:spPr>
              <a:xfrm>
                <a:off x="4248912" y="1670304"/>
                <a:ext cx="26321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L" sz="1200" dirty="0"/>
                  <a:t>7</a:t>
                </a:r>
              </a:p>
            </p:txBody>
          </p:sp>
          <p:sp>
            <p:nvSpPr>
              <p:cNvPr id="452" name="TextBox 451">
                <a:extLst>
                  <a:ext uri="{FF2B5EF4-FFF2-40B4-BE49-F238E27FC236}">
                    <a16:creationId xmlns:a16="http://schemas.microsoft.com/office/drawing/2014/main" id="{B5A1BDC9-C279-C923-A5EC-136E60DCB930}"/>
                  </a:ext>
                </a:extLst>
              </p:cNvPr>
              <p:cNvSpPr txBox="1"/>
              <p:nvPr/>
            </p:nvSpPr>
            <p:spPr>
              <a:xfrm>
                <a:off x="4846320" y="2252841"/>
                <a:ext cx="26321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L" sz="1200" dirty="0"/>
                  <a:t>6</a:t>
                </a:r>
              </a:p>
            </p:txBody>
          </p:sp>
          <p:sp>
            <p:nvSpPr>
              <p:cNvPr id="453" name="TextBox 452">
                <a:extLst>
                  <a:ext uri="{FF2B5EF4-FFF2-40B4-BE49-F238E27FC236}">
                    <a16:creationId xmlns:a16="http://schemas.microsoft.com/office/drawing/2014/main" id="{FF68D027-2C2E-2193-901E-888E6C8A4E69}"/>
                  </a:ext>
                </a:extLst>
              </p:cNvPr>
              <p:cNvSpPr txBox="1"/>
              <p:nvPr/>
            </p:nvSpPr>
            <p:spPr>
              <a:xfrm>
                <a:off x="4255008" y="2240649"/>
                <a:ext cx="26321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L" sz="1200" dirty="0"/>
                  <a:t>4</a:t>
                </a:r>
              </a:p>
            </p:txBody>
          </p:sp>
          <p:sp>
            <p:nvSpPr>
              <p:cNvPr id="454" name="TextBox 453">
                <a:extLst>
                  <a:ext uri="{FF2B5EF4-FFF2-40B4-BE49-F238E27FC236}">
                    <a16:creationId xmlns:a16="http://schemas.microsoft.com/office/drawing/2014/main" id="{61EA6F19-5793-81F6-2691-18048622786A}"/>
                  </a:ext>
                </a:extLst>
              </p:cNvPr>
              <p:cNvSpPr txBox="1"/>
              <p:nvPr/>
            </p:nvSpPr>
            <p:spPr>
              <a:xfrm>
                <a:off x="4846320" y="1676400"/>
                <a:ext cx="26321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L" sz="1200" dirty="0"/>
                  <a:t>5</a:t>
                </a:r>
              </a:p>
            </p:txBody>
          </p:sp>
        </p:grpSp>
        <p:grpSp>
          <p:nvGrpSpPr>
            <p:cNvPr id="455" name="Group 454">
              <a:extLst>
                <a:ext uri="{FF2B5EF4-FFF2-40B4-BE49-F238E27FC236}">
                  <a16:creationId xmlns:a16="http://schemas.microsoft.com/office/drawing/2014/main" id="{2B3B08ED-6734-76C7-B441-2ADB8DBDDA3F}"/>
                </a:ext>
              </a:extLst>
            </p:cNvPr>
            <p:cNvGrpSpPr/>
            <p:nvPr/>
          </p:nvGrpSpPr>
          <p:grpSpPr>
            <a:xfrm>
              <a:off x="8914575" y="2232800"/>
              <a:ext cx="860622" cy="859536"/>
              <a:chOff x="4248912" y="1670304"/>
              <a:chExt cx="860622" cy="859536"/>
            </a:xfrm>
          </p:grpSpPr>
          <p:sp>
            <p:nvSpPr>
              <p:cNvPr id="456" name="Rectangle 455">
                <a:extLst>
                  <a:ext uri="{FF2B5EF4-FFF2-40B4-BE49-F238E27FC236}">
                    <a16:creationId xmlns:a16="http://schemas.microsoft.com/office/drawing/2014/main" id="{D5DAEEDE-CF57-41A7-F682-8393B166F990}"/>
                  </a:ext>
                </a:extLst>
              </p:cNvPr>
              <p:cNvSpPr/>
              <p:nvPr/>
            </p:nvSpPr>
            <p:spPr>
              <a:xfrm>
                <a:off x="4297680" y="1719072"/>
                <a:ext cx="780288" cy="780288"/>
              </a:xfrm>
              <a:prstGeom prst="rect">
                <a:avLst/>
              </a:prstGeom>
              <a:solidFill>
                <a:schemeClr val="accent1">
                  <a:alpha val="45623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L"/>
              </a:p>
            </p:txBody>
          </p:sp>
          <p:sp>
            <p:nvSpPr>
              <p:cNvPr id="457" name="TextBox 456">
                <a:extLst>
                  <a:ext uri="{FF2B5EF4-FFF2-40B4-BE49-F238E27FC236}">
                    <a16:creationId xmlns:a16="http://schemas.microsoft.com/office/drawing/2014/main" id="{3DA0E76D-D592-8867-3D0E-47A796E1BA04}"/>
                  </a:ext>
                </a:extLst>
              </p:cNvPr>
              <p:cNvSpPr txBox="1"/>
              <p:nvPr/>
            </p:nvSpPr>
            <p:spPr>
              <a:xfrm>
                <a:off x="4248912" y="1670304"/>
                <a:ext cx="26321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L" sz="1200" dirty="0"/>
                  <a:t>1</a:t>
                </a:r>
              </a:p>
            </p:txBody>
          </p:sp>
          <p:sp>
            <p:nvSpPr>
              <p:cNvPr id="458" name="TextBox 457">
                <a:extLst>
                  <a:ext uri="{FF2B5EF4-FFF2-40B4-BE49-F238E27FC236}">
                    <a16:creationId xmlns:a16="http://schemas.microsoft.com/office/drawing/2014/main" id="{EBF0A42E-FFF6-E314-8ED7-417FC5704BCC}"/>
                  </a:ext>
                </a:extLst>
              </p:cNvPr>
              <p:cNvSpPr txBox="1"/>
              <p:nvPr/>
            </p:nvSpPr>
            <p:spPr>
              <a:xfrm>
                <a:off x="4846320" y="2252841"/>
                <a:ext cx="26321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L" sz="1200" dirty="0"/>
                  <a:t>2</a:t>
                </a:r>
              </a:p>
            </p:txBody>
          </p:sp>
          <p:sp>
            <p:nvSpPr>
              <p:cNvPr id="459" name="TextBox 458">
                <a:extLst>
                  <a:ext uri="{FF2B5EF4-FFF2-40B4-BE49-F238E27FC236}">
                    <a16:creationId xmlns:a16="http://schemas.microsoft.com/office/drawing/2014/main" id="{CF8F7D36-6F5C-BA5A-D5D6-BBEDA7564632}"/>
                  </a:ext>
                </a:extLst>
              </p:cNvPr>
              <p:cNvSpPr txBox="1"/>
              <p:nvPr/>
            </p:nvSpPr>
            <p:spPr>
              <a:xfrm>
                <a:off x="4255008" y="2240649"/>
                <a:ext cx="26321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L" sz="1200" dirty="0"/>
                  <a:t>4</a:t>
                </a:r>
              </a:p>
            </p:txBody>
          </p:sp>
          <p:sp>
            <p:nvSpPr>
              <p:cNvPr id="460" name="TextBox 459">
                <a:extLst>
                  <a:ext uri="{FF2B5EF4-FFF2-40B4-BE49-F238E27FC236}">
                    <a16:creationId xmlns:a16="http://schemas.microsoft.com/office/drawing/2014/main" id="{311F9AE5-B08A-285E-88D9-0E9E01512964}"/>
                  </a:ext>
                </a:extLst>
              </p:cNvPr>
              <p:cNvSpPr txBox="1"/>
              <p:nvPr/>
            </p:nvSpPr>
            <p:spPr>
              <a:xfrm>
                <a:off x="4846320" y="1676400"/>
                <a:ext cx="26321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L" sz="1200" dirty="0"/>
                  <a:t>3</a:t>
                </a:r>
              </a:p>
            </p:txBody>
          </p:sp>
        </p:grpSp>
        <p:grpSp>
          <p:nvGrpSpPr>
            <p:cNvPr id="461" name="Group 460">
              <a:extLst>
                <a:ext uri="{FF2B5EF4-FFF2-40B4-BE49-F238E27FC236}">
                  <a16:creationId xmlns:a16="http://schemas.microsoft.com/office/drawing/2014/main" id="{5BA5B145-1B4B-E0BB-37B2-9DC2E996C957}"/>
                </a:ext>
              </a:extLst>
            </p:cNvPr>
            <p:cNvGrpSpPr/>
            <p:nvPr/>
          </p:nvGrpSpPr>
          <p:grpSpPr>
            <a:xfrm>
              <a:off x="8914408" y="3008916"/>
              <a:ext cx="860622" cy="859536"/>
              <a:chOff x="4248912" y="1670304"/>
              <a:chExt cx="860622" cy="859536"/>
            </a:xfrm>
          </p:grpSpPr>
          <p:sp>
            <p:nvSpPr>
              <p:cNvPr id="462" name="Rectangle 461">
                <a:extLst>
                  <a:ext uri="{FF2B5EF4-FFF2-40B4-BE49-F238E27FC236}">
                    <a16:creationId xmlns:a16="http://schemas.microsoft.com/office/drawing/2014/main" id="{7A80F6A9-7A4E-73B4-9E06-10BE0E3FFFEF}"/>
                  </a:ext>
                </a:extLst>
              </p:cNvPr>
              <p:cNvSpPr/>
              <p:nvPr/>
            </p:nvSpPr>
            <p:spPr>
              <a:xfrm>
                <a:off x="4297680" y="1719072"/>
                <a:ext cx="780288" cy="780288"/>
              </a:xfrm>
              <a:prstGeom prst="rect">
                <a:avLst/>
              </a:prstGeom>
              <a:solidFill>
                <a:srgbClr val="FF0000">
                  <a:alpha val="45623"/>
                </a:srgb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L"/>
              </a:p>
            </p:txBody>
          </p:sp>
          <p:sp>
            <p:nvSpPr>
              <p:cNvPr id="463" name="TextBox 462">
                <a:extLst>
                  <a:ext uri="{FF2B5EF4-FFF2-40B4-BE49-F238E27FC236}">
                    <a16:creationId xmlns:a16="http://schemas.microsoft.com/office/drawing/2014/main" id="{C1107AE1-E354-2071-767A-472630C73E12}"/>
                  </a:ext>
                </a:extLst>
              </p:cNvPr>
              <p:cNvSpPr txBox="1"/>
              <p:nvPr/>
            </p:nvSpPr>
            <p:spPr>
              <a:xfrm>
                <a:off x="4248912" y="1670304"/>
                <a:ext cx="26321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L" sz="1200" dirty="0"/>
                  <a:t>7</a:t>
                </a:r>
              </a:p>
            </p:txBody>
          </p:sp>
          <p:sp>
            <p:nvSpPr>
              <p:cNvPr id="464" name="TextBox 463">
                <a:extLst>
                  <a:ext uri="{FF2B5EF4-FFF2-40B4-BE49-F238E27FC236}">
                    <a16:creationId xmlns:a16="http://schemas.microsoft.com/office/drawing/2014/main" id="{E8F30EE7-13B6-929C-8D2B-07C5007213A3}"/>
                  </a:ext>
                </a:extLst>
              </p:cNvPr>
              <p:cNvSpPr txBox="1"/>
              <p:nvPr/>
            </p:nvSpPr>
            <p:spPr>
              <a:xfrm>
                <a:off x="4846320" y="2252841"/>
                <a:ext cx="26321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L" sz="1200" dirty="0"/>
                  <a:t>6</a:t>
                </a:r>
              </a:p>
            </p:txBody>
          </p:sp>
          <p:sp>
            <p:nvSpPr>
              <p:cNvPr id="465" name="TextBox 464">
                <a:extLst>
                  <a:ext uri="{FF2B5EF4-FFF2-40B4-BE49-F238E27FC236}">
                    <a16:creationId xmlns:a16="http://schemas.microsoft.com/office/drawing/2014/main" id="{E09AF5B1-9A7B-204E-DD7D-7643EACBEF34}"/>
                  </a:ext>
                </a:extLst>
              </p:cNvPr>
              <p:cNvSpPr txBox="1"/>
              <p:nvPr/>
            </p:nvSpPr>
            <p:spPr>
              <a:xfrm>
                <a:off x="4255008" y="2240649"/>
                <a:ext cx="26321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L" sz="1200" dirty="0"/>
                  <a:t>4</a:t>
                </a:r>
              </a:p>
            </p:txBody>
          </p:sp>
          <p:sp>
            <p:nvSpPr>
              <p:cNvPr id="466" name="TextBox 465">
                <a:extLst>
                  <a:ext uri="{FF2B5EF4-FFF2-40B4-BE49-F238E27FC236}">
                    <a16:creationId xmlns:a16="http://schemas.microsoft.com/office/drawing/2014/main" id="{C6783479-988E-BC60-748C-1569A9F404C3}"/>
                  </a:ext>
                </a:extLst>
              </p:cNvPr>
              <p:cNvSpPr txBox="1"/>
              <p:nvPr/>
            </p:nvSpPr>
            <p:spPr>
              <a:xfrm>
                <a:off x="4846320" y="1676400"/>
                <a:ext cx="26321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L" sz="1200" dirty="0"/>
                  <a:t>5</a:t>
                </a:r>
              </a:p>
            </p:txBody>
          </p:sp>
        </p:grpSp>
        <p:grpSp>
          <p:nvGrpSpPr>
            <p:cNvPr id="467" name="Group 466">
              <a:extLst>
                <a:ext uri="{FF2B5EF4-FFF2-40B4-BE49-F238E27FC236}">
                  <a16:creationId xmlns:a16="http://schemas.microsoft.com/office/drawing/2014/main" id="{E3AFC954-FB0D-35F3-D71D-557EA8E198C5}"/>
                </a:ext>
              </a:extLst>
            </p:cNvPr>
            <p:cNvGrpSpPr/>
            <p:nvPr/>
          </p:nvGrpSpPr>
          <p:grpSpPr>
            <a:xfrm>
              <a:off x="6559346" y="3787538"/>
              <a:ext cx="860622" cy="859536"/>
              <a:chOff x="4248912" y="1670304"/>
              <a:chExt cx="860622" cy="859536"/>
            </a:xfrm>
          </p:grpSpPr>
          <p:sp>
            <p:nvSpPr>
              <p:cNvPr id="468" name="Rectangle 467">
                <a:extLst>
                  <a:ext uri="{FF2B5EF4-FFF2-40B4-BE49-F238E27FC236}">
                    <a16:creationId xmlns:a16="http://schemas.microsoft.com/office/drawing/2014/main" id="{ECCDF220-F16D-F141-DDDB-8A38A6CA7CA2}"/>
                  </a:ext>
                </a:extLst>
              </p:cNvPr>
              <p:cNvSpPr/>
              <p:nvPr/>
            </p:nvSpPr>
            <p:spPr>
              <a:xfrm>
                <a:off x="4297680" y="1719072"/>
                <a:ext cx="780288" cy="780288"/>
              </a:xfrm>
              <a:prstGeom prst="rect">
                <a:avLst/>
              </a:prstGeom>
              <a:solidFill>
                <a:srgbClr val="FF0000">
                  <a:alpha val="45623"/>
                </a:srgb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L"/>
              </a:p>
            </p:txBody>
          </p:sp>
          <p:sp>
            <p:nvSpPr>
              <p:cNvPr id="469" name="TextBox 468">
                <a:extLst>
                  <a:ext uri="{FF2B5EF4-FFF2-40B4-BE49-F238E27FC236}">
                    <a16:creationId xmlns:a16="http://schemas.microsoft.com/office/drawing/2014/main" id="{BA3B3FA3-1552-C404-E735-C2D7F3131FD9}"/>
                  </a:ext>
                </a:extLst>
              </p:cNvPr>
              <p:cNvSpPr txBox="1"/>
              <p:nvPr/>
            </p:nvSpPr>
            <p:spPr>
              <a:xfrm>
                <a:off x="4248912" y="1670304"/>
                <a:ext cx="26321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L" sz="1200" dirty="0"/>
                  <a:t>7</a:t>
                </a:r>
              </a:p>
            </p:txBody>
          </p:sp>
          <p:sp>
            <p:nvSpPr>
              <p:cNvPr id="470" name="TextBox 469">
                <a:extLst>
                  <a:ext uri="{FF2B5EF4-FFF2-40B4-BE49-F238E27FC236}">
                    <a16:creationId xmlns:a16="http://schemas.microsoft.com/office/drawing/2014/main" id="{F38843CB-F7B5-C65A-0AEB-E22EB8D276DA}"/>
                  </a:ext>
                </a:extLst>
              </p:cNvPr>
              <p:cNvSpPr txBox="1"/>
              <p:nvPr/>
            </p:nvSpPr>
            <p:spPr>
              <a:xfrm>
                <a:off x="4846320" y="2252841"/>
                <a:ext cx="26321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L" sz="1200" dirty="0"/>
                  <a:t>6</a:t>
                </a:r>
              </a:p>
            </p:txBody>
          </p:sp>
          <p:sp>
            <p:nvSpPr>
              <p:cNvPr id="471" name="TextBox 470">
                <a:extLst>
                  <a:ext uri="{FF2B5EF4-FFF2-40B4-BE49-F238E27FC236}">
                    <a16:creationId xmlns:a16="http://schemas.microsoft.com/office/drawing/2014/main" id="{180B10EC-634D-59A2-928D-704C74E74C40}"/>
                  </a:ext>
                </a:extLst>
              </p:cNvPr>
              <p:cNvSpPr txBox="1"/>
              <p:nvPr/>
            </p:nvSpPr>
            <p:spPr>
              <a:xfrm>
                <a:off x="4255008" y="2240649"/>
                <a:ext cx="26321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L" sz="1200" dirty="0"/>
                  <a:t>4</a:t>
                </a:r>
              </a:p>
            </p:txBody>
          </p:sp>
          <p:sp>
            <p:nvSpPr>
              <p:cNvPr id="472" name="TextBox 471">
                <a:extLst>
                  <a:ext uri="{FF2B5EF4-FFF2-40B4-BE49-F238E27FC236}">
                    <a16:creationId xmlns:a16="http://schemas.microsoft.com/office/drawing/2014/main" id="{A8347B39-D8FE-9E01-C84A-F563887C3154}"/>
                  </a:ext>
                </a:extLst>
              </p:cNvPr>
              <p:cNvSpPr txBox="1"/>
              <p:nvPr/>
            </p:nvSpPr>
            <p:spPr>
              <a:xfrm>
                <a:off x="4846320" y="1676400"/>
                <a:ext cx="26321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L" sz="1200" dirty="0"/>
                  <a:t>5</a:t>
                </a:r>
              </a:p>
            </p:txBody>
          </p:sp>
        </p:grpSp>
        <p:grpSp>
          <p:nvGrpSpPr>
            <p:cNvPr id="473" name="Group 472">
              <a:extLst>
                <a:ext uri="{FF2B5EF4-FFF2-40B4-BE49-F238E27FC236}">
                  <a16:creationId xmlns:a16="http://schemas.microsoft.com/office/drawing/2014/main" id="{B6C27E5A-5BBE-4CC1-54D2-DE4A20BA85C4}"/>
                </a:ext>
              </a:extLst>
            </p:cNvPr>
            <p:cNvGrpSpPr/>
            <p:nvPr/>
          </p:nvGrpSpPr>
          <p:grpSpPr>
            <a:xfrm>
              <a:off x="7342807" y="3787538"/>
              <a:ext cx="860622" cy="859536"/>
              <a:chOff x="4248912" y="1670304"/>
              <a:chExt cx="860622" cy="859536"/>
            </a:xfrm>
          </p:grpSpPr>
          <p:sp>
            <p:nvSpPr>
              <p:cNvPr id="474" name="Rectangle 473">
                <a:extLst>
                  <a:ext uri="{FF2B5EF4-FFF2-40B4-BE49-F238E27FC236}">
                    <a16:creationId xmlns:a16="http://schemas.microsoft.com/office/drawing/2014/main" id="{2A1DEFCC-DE56-F89F-79F3-F33F0C14A47F}"/>
                  </a:ext>
                </a:extLst>
              </p:cNvPr>
              <p:cNvSpPr/>
              <p:nvPr/>
            </p:nvSpPr>
            <p:spPr>
              <a:xfrm>
                <a:off x="4297680" y="1719072"/>
                <a:ext cx="780288" cy="780288"/>
              </a:xfrm>
              <a:prstGeom prst="rect">
                <a:avLst/>
              </a:prstGeom>
              <a:solidFill>
                <a:schemeClr val="accent1">
                  <a:alpha val="45623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L"/>
              </a:p>
            </p:txBody>
          </p:sp>
          <p:sp>
            <p:nvSpPr>
              <p:cNvPr id="475" name="TextBox 474">
                <a:extLst>
                  <a:ext uri="{FF2B5EF4-FFF2-40B4-BE49-F238E27FC236}">
                    <a16:creationId xmlns:a16="http://schemas.microsoft.com/office/drawing/2014/main" id="{1369ADB0-0E1B-D6C9-6536-CBE6278EC253}"/>
                  </a:ext>
                </a:extLst>
              </p:cNvPr>
              <p:cNvSpPr txBox="1"/>
              <p:nvPr/>
            </p:nvSpPr>
            <p:spPr>
              <a:xfrm>
                <a:off x="4248912" y="1670304"/>
                <a:ext cx="26321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L" sz="1200" dirty="0"/>
                  <a:t>1</a:t>
                </a:r>
              </a:p>
            </p:txBody>
          </p:sp>
          <p:sp>
            <p:nvSpPr>
              <p:cNvPr id="476" name="TextBox 475">
                <a:extLst>
                  <a:ext uri="{FF2B5EF4-FFF2-40B4-BE49-F238E27FC236}">
                    <a16:creationId xmlns:a16="http://schemas.microsoft.com/office/drawing/2014/main" id="{86AE28CA-529E-7F74-3847-47A3EB81BAD4}"/>
                  </a:ext>
                </a:extLst>
              </p:cNvPr>
              <p:cNvSpPr txBox="1"/>
              <p:nvPr/>
            </p:nvSpPr>
            <p:spPr>
              <a:xfrm>
                <a:off x="4846320" y="2252841"/>
                <a:ext cx="26321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L" sz="1200" dirty="0"/>
                  <a:t>2</a:t>
                </a:r>
              </a:p>
            </p:txBody>
          </p:sp>
          <p:sp>
            <p:nvSpPr>
              <p:cNvPr id="477" name="TextBox 476">
                <a:extLst>
                  <a:ext uri="{FF2B5EF4-FFF2-40B4-BE49-F238E27FC236}">
                    <a16:creationId xmlns:a16="http://schemas.microsoft.com/office/drawing/2014/main" id="{24D1A6EF-2F44-76D4-2C34-54CF5658A341}"/>
                  </a:ext>
                </a:extLst>
              </p:cNvPr>
              <p:cNvSpPr txBox="1"/>
              <p:nvPr/>
            </p:nvSpPr>
            <p:spPr>
              <a:xfrm>
                <a:off x="4255008" y="2240649"/>
                <a:ext cx="26321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L" sz="1200" dirty="0"/>
                  <a:t>4</a:t>
                </a:r>
              </a:p>
            </p:txBody>
          </p:sp>
          <p:sp>
            <p:nvSpPr>
              <p:cNvPr id="478" name="TextBox 477">
                <a:extLst>
                  <a:ext uri="{FF2B5EF4-FFF2-40B4-BE49-F238E27FC236}">
                    <a16:creationId xmlns:a16="http://schemas.microsoft.com/office/drawing/2014/main" id="{3699A2E7-C57F-C769-70F6-EFCB92CE293E}"/>
                  </a:ext>
                </a:extLst>
              </p:cNvPr>
              <p:cNvSpPr txBox="1"/>
              <p:nvPr/>
            </p:nvSpPr>
            <p:spPr>
              <a:xfrm>
                <a:off x="4846320" y="1676400"/>
                <a:ext cx="26321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L" sz="1200" dirty="0"/>
                  <a:t>3</a:t>
                </a:r>
              </a:p>
            </p:txBody>
          </p:sp>
        </p:grpSp>
        <p:grpSp>
          <p:nvGrpSpPr>
            <p:cNvPr id="479" name="Group 478">
              <a:extLst>
                <a:ext uri="{FF2B5EF4-FFF2-40B4-BE49-F238E27FC236}">
                  <a16:creationId xmlns:a16="http://schemas.microsoft.com/office/drawing/2014/main" id="{6AB108D3-C654-D763-5E9B-9DC594A26326}"/>
                </a:ext>
              </a:extLst>
            </p:cNvPr>
            <p:cNvGrpSpPr/>
            <p:nvPr/>
          </p:nvGrpSpPr>
          <p:grpSpPr>
            <a:xfrm>
              <a:off x="8126268" y="3786452"/>
              <a:ext cx="860622" cy="859536"/>
              <a:chOff x="4248912" y="1670304"/>
              <a:chExt cx="860622" cy="859536"/>
            </a:xfrm>
          </p:grpSpPr>
          <p:sp>
            <p:nvSpPr>
              <p:cNvPr id="480" name="Rectangle 479">
                <a:extLst>
                  <a:ext uri="{FF2B5EF4-FFF2-40B4-BE49-F238E27FC236}">
                    <a16:creationId xmlns:a16="http://schemas.microsoft.com/office/drawing/2014/main" id="{216E52F2-FD0E-3BFD-6CA9-265479FB081A}"/>
                  </a:ext>
                </a:extLst>
              </p:cNvPr>
              <p:cNvSpPr/>
              <p:nvPr/>
            </p:nvSpPr>
            <p:spPr>
              <a:xfrm>
                <a:off x="4297680" y="1719072"/>
                <a:ext cx="780288" cy="780288"/>
              </a:xfrm>
              <a:prstGeom prst="rect">
                <a:avLst/>
              </a:prstGeom>
              <a:solidFill>
                <a:srgbClr val="FF0000">
                  <a:alpha val="45623"/>
                </a:srgb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L"/>
              </a:p>
            </p:txBody>
          </p:sp>
          <p:sp>
            <p:nvSpPr>
              <p:cNvPr id="481" name="TextBox 480">
                <a:extLst>
                  <a:ext uri="{FF2B5EF4-FFF2-40B4-BE49-F238E27FC236}">
                    <a16:creationId xmlns:a16="http://schemas.microsoft.com/office/drawing/2014/main" id="{D6423A80-7B15-7D8E-245D-5D049CA4D92D}"/>
                  </a:ext>
                </a:extLst>
              </p:cNvPr>
              <p:cNvSpPr txBox="1"/>
              <p:nvPr/>
            </p:nvSpPr>
            <p:spPr>
              <a:xfrm>
                <a:off x="4248912" y="1670304"/>
                <a:ext cx="26321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L" sz="1200" dirty="0"/>
                  <a:t>7</a:t>
                </a:r>
              </a:p>
            </p:txBody>
          </p:sp>
          <p:sp>
            <p:nvSpPr>
              <p:cNvPr id="234" name="TextBox 233">
                <a:extLst>
                  <a:ext uri="{FF2B5EF4-FFF2-40B4-BE49-F238E27FC236}">
                    <a16:creationId xmlns:a16="http://schemas.microsoft.com/office/drawing/2014/main" id="{B4CE074C-A804-05E8-F909-2965BDDCE5D0}"/>
                  </a:ext>
                </a:extLst>
              </p:cNvPr>
              <p:cNvSpPr txBox="1"/>
              <p:nvPr/>
            </p:nvSpPr>
            <p:spPr>
              <a:xfrm>
                <a:off x="4846320" y="2252841"/>
                <a:ext cx="26321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L" sz="1200" dirty="0"/>
                  <a:t>6</a:t>
                </a:r>
              </a:p>
            </p:txBody>
          </p:sp>
          <p:sp>
            <p:nvSpPr>
              <p:cNvPr id="236" name="TextBox 235">
                <a:extLst>
                  <a:ext uri="{FF2B5EF4-FFF2-40B4-BE49-F238E27FC236}">
                    <a16:creationId xmlns:a16="http://schemas.microsoft.com/office/drawing/2014/main" id="{D2B38019-54B8-BE76-EDE7-18BAE0EE4324}"/>
                  </a:ext>
                </a:extLst>
              </p:cNvPr>
              <p:cNvSpPr txBox="1"/>
              <p:nvPr/>
            </p:nvSpPr>
            <p:spPr>
              <a:xfrm>
                <a:off x="4255008" y="2240649"/>
                <a:ext cx="26321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L" sz="1200" dirty="0"/>
                  <a:t>4</a:t>
                </a:r>
              </a:p>
            </p:txBody>
          </p:sp>
          <p:sp>
            <p:nvSpPr>
              <p:cNvPr id="237" name="TextBox 236">
                <a:extLst>
                  <a:ext uri="{FF2B5EF4-FFF2-40B4-BE49-F238E27FC236}">
                    <a16:creationId xmlns:a16="http://schemas.microsoft.com/office/drawing/2014/main" id="{6EEE0ED6-74AB-106B-68E3-0C0246418DC4}"/>
                  </a:ext>
                </a:extLst>
              </p:cNvPr>
              <p:cNvSpPr txBox="1"/>
              <p:nvPr/>
            </p:nvSpPr>
            <p:spPr>
              <a:xfrm>
                <a:off x="4846320" y="1676400"/>
                <a:ext cx="26321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L" sz="1200" dirty="0"/>
                  <a:t>5</a:t>
                </a:r>
              </a:p>
            </p:txBody>
          </p:sp>
        </p:grpSp>
        <p:grpSp>
          <p:nvGrpSpPr>
            <p:cNvPr id="238" name="Group 237">
              <a:extLst>
                <a:ext uri="{FF2B5EF4-FFF2-40B4-BE49-F238E27FC236}">
                  <a16:creationId xmlns:a16="http://schemas.microsoft.com/office/drawing/2014/main" id="{9B63DD42-6F66-C17E-D4A5-05B2EF56149F}"/>
                </a:ext>
              </a:extLst>
            </p:cNvPr>
            <p:cNvGrpSpPr/>
            <p:nvPr/>
          </p:nvGrpSpPr>
          <p:grpSpPr>
            <a:xfrm>
              <a:off x="8911985" y="3788457"/>
              <a:ext cx="860622" cy="859536"/>
              <a:chOff x="4248912" y="1670304"/>
              <a:chExt cx="860622" cy="859536"/>
            </a:xfrm>
          </p:grpSpPr>
          <p:sp>
            <p:nvSpPr>
              <p:cNvPr id="240" name="Rectangle 239">
                <a:extLst>
                  <a:ext uri="{FF2B5EF4-FFF2-40B4-BE49-F238E27FC236}">
                    <a16:creationId xmlns:a16="http://schemas.microsoft.com/office/drawing/2014/main" id="{7864416D-8B2F-9E94-E02A-8492D9FBEA9A}"/>
                  </a:ext>
                </a:extLst>
              </p:cNvPr>
              <p:cNvSpPr/>
              <p:nvPr/>
            </p:nvSpPr>
            <p:spPr>
              <a:xfrm>
                <a:off x="4297680" y="1719072"/>
                <a:ext cx="780288" cy="780288"/>
              </a:xfrm>
              <a:prstGeom prst="rect">
                <a:avLst/>
              </a:prstGeom>
              <a:solidFill>
                <a:schemeClr val="accent1">
                  <a:alpha val="45623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L"/>
              </a:p>
            </p:txBody>
          </p:sp>
          <p:sp>
            <p:nvSpPr>
              <p:cNvPr id="242" name="TextBox 241">
                <a:extLst>
                  <a:ext uri="{FF2B5EF4-FFF2-40B4-BE49-F238E27FC236}">
                    <a16:creationId xmlns:a16="http://schemas.microsoft.com/office/drawing/2014/main" id="{5863F9AC-9BD0-87A8-7CEE-93BE0D6B9DC5}"/>
                  </a:ext>
                </a:extLst>
              </p:cNvPr>
              <p:cNvSpPr txBox="1"/>
              <p:nvPr/>
            </p:nvSpPr>
            <p:spPr>
              <a:xfrm>
                <a:off x="4248912" y="1670304"/>
                <a:ext cx="26321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L" sz="1200" dirty="0"/>
                  <a:t>1</a:t>
                </a:r>
              </a:p>
            </p:txBody>
          </p:sp>
          <p:sp>
            <p:nvSpPr>
              <p:cNvPr id="243" name="TextBox 242">
                <a:extLst>
                  <a:ext uri="{FF2B5EF4-FFF2-40B4-BE49-F238E27FC236}">
                    <a16:creationId xmlns:a16="http://schemas.microsoft.com/office/drawing/2014/main" id="{90A3BA2A-E125-CB4C-39FC-E69F8B1DF826}"/>
                  </a:ext>
                </a:extLst>
              </p:cNvPr>
              <p:cNvSpPr txBox="1"/>
              <p:nvPr/>
            </p:nvSpPr>
            <p:spPr>
              <a:xfrm>
                <a:off x="4846320" y="2252841"/>
                <a:ext cx="26321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L" sz="1200" dirty="0"/>
                  <a:t>2</a:t>
                </a:r>
              </a:p>
            </p:txBody>
          </p:sp>
          <p:sp>
            <p:nvSpPr>
              <p:cNvPr id="245" name="TextBox 244">
                <a:extLst>
                  <a:ext uri="{FF2B5EF4-FFF2-40B4-BE49-F238E27FC236}">
                    <a16:creationId xmlns:a16="http://schemas.microsoft.com/office/drawing/2014/main" id="{36C25C2A-00E1-D8EB-03E9-58B528CA520C}"/>
                  </a:ext>
                </a:extLst>
              </p:cNvPr>
              <p:cNvSpPr txBox="1"/>
              <p:nvPr/>
            </p:nvSpPr>
            <p:spPr>
              <a:xfrm>
                <a:off x="4255008" y="2240649"/>
                <a:ext cx="26321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L" sz="1200" dirty="0"/>
                  <a:t>4</a:t>
                </a:r>
              </a:p>
            </p:txBody>
          </p:sp>
          <p:sp>
            <p:nvSpPr>
              <p:cNvPr id="246" name="TextBox 245">
                <a:extLst>
                  <a:ext uri="{FF2B5EF4-FFF2-40B4-BE49-F238E27FC236}">
                    <a16:creationId xmlns:a16="http://schemas.microsoft.com/office/drawing/2014/main" id="{67BC3D2D-D6BC-411E-6078-98A9207CEE57}"/>
                  </a:ext>
                </a:extLst>
              </p:cNvPr>
              <p:cNvSpPr txBox="1"/>
              <p:nvPr/>
            </p:nvSpPr>
            <p:spPr>
              <a:xfrm>
                <a:off x="4846320" y="1676400"/>
                <a:ext cx="26321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L" sz="1200" dirty="0"/>
                  <a:t>3</a:t>
                </a:r>
              </a:p>
            </p:txBody>
          </p:sp>
        </p:grpSp>
      </p:grpSp>
      <p:sp>
        <p:nvSpPr>
          <p:cNvPr id="483" name="TextBox 482">
            <a:extLst>
              <a:ext uri="{FF2B5EF4-FFF2-40B4-BE49-F238E27FC236}">
                <a16:creationId xmlns:a16="http://schemas.microsoft.com/office/drawing/2014/main" id="{9FD6A71D-A052-4D6A-F52D-64A8ACCE7A79}"/>
              </a:ext>
            </a:extLst>
          </p:cNvPr>
          <p:cNvSpPr txBox="1"/>
          <p:nvPr/>
        </p:nvSpPr>
        <p:spPr>
          <a:xfrm>
            <a:off x="9133952" y="223562"/>
            <a:ext cx="28974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L" dirty="0"/>
              <a:t>See Crumble circuits in notes</a:t>
            </a:r>
          </a:p>
        </p:txBody>
      </p:sp>
      <p:pic>
        <p:nvPicPr>
          <p:cNvPr id="488" name="Picture 487">
            <a:extLst>
              <a:ext uri="{FF2B5EF4-FFF2-40B4-BE49-F238E27FC236}">
                <a16:creationId xmlns:a16="http://schemas.microsoft.com/office/drawing/2014/main" id="{DB5209A6-E42D-8E3F-0F46-D499856F84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1847" y="4131032"/>
            <a:ext cx="3251200" cy="2463800"/>
          </a:xfrm>
          <a:prstGeom prst="rect">
            <a:avLst/>
          </a:prstGeom>
        </p:spPr>
      </p:pic>
      <p:sp>
        <p:nvSpPr>
          <p:cNvPr id="591" name="Freeform 590">
            <a:extLst>
              <a:ext uri="{FF2B5EF4-FFF2-40B4-BE49-F238E27FC236}">
                <a16:creationId xmlns:a16="http://schemas.microsoft.com/office/drawing/2014/main" id="{1AB66067-CE41-A6E6-E90A-1E12CBF20D45}"/>
              </a:ext>
            </a:extLst>
          </p:cNvPr>
          <p:cNvSpPr/>
          <p:nvPr/>
        </p:nvSpPr>
        <p:spPr>
          <a:xfrm>
            <a:off x="5976889" y="2699359"/>
            <a:ext cx="592281" cy="1922745"/>
          </a:xfrm>
          <a:custGeom>
            <a:avLst/>
            <a:gdLst>
              <a:gd name="connsiteX0" fmla="*/ 862322 w 862322"/>
              <a:gd name="connsiteY0" fmla="*/ 2736937 h 2736937"/>
              <a:gd name="connsiteX1" fmla="*/ 129549 w 862322"/>
              <a:gd name="connsiteY1" fmla="*/ 1315233 h 2736937"/>
              <a:gd name="connsiteX2" fmla="*/ 4289 w 862322"/>
              <a:gd name="connsiteY2" fmla="*/ 0 h 27369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62322" h="2736937">
                <a:moveTo>
                  <a:pt x="862322" y="2736937"/>
                </a:moveTo>
                <a:cubicBezTo>
                  <a:pt x="567438" y="2254163"/>
                  <a:pt x="272554" y="1771389"/>
                  <a:pt x="129549" y="1315233"/>
                </a:cubicBezTo>
                <a:cubicBezTo>
                  <a:pt x="-13456" y="859077"/>
                  <a:pt x="-4584" y="429538"/>
                  <a:pt x="4289" y="0"/>
                </a:cubicBezTo>
              </a:path>
            </a:pathLst>
          </a:custGeom>
          <a:noFill/>
          <a:ln w="25400">
            <a:head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92" name="TextBox 591">
                <a:extLst>
                  <a:ext uri="{FF2B5EF4-FFF2-40B4-BE49-F238E27FC236}">
                    <a16:creationId xmlns:a16="http://schemas.microsoft.com/office/drawing/2014/main" id="{BE9E8BBB-385C-CA60-3916-0264A1FA2563}"/>
                  </a:ext>
                </a:extLst>
              </p:cNvPr>
              <p:cNvSpPr txBox="1"/>
              <p:nvPr/>
            </p:nvSpPr>
            <p:spPr>
              <a:xfrm>
                <a:off x="232716" y="4309214"/>
                <a:ext cx="5460363" cy="17543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L" dirty="0"/>
                  <a:t>Period 4 maintained by performing grey reset only before first cycle and grey measurement only after last.</a:t>
                </a:r>
              </a:p>
              <a:p>
                <a:endParaRPr lang="en-IL" dirty="0"/>
              </a:p>
              <a:p>
                <a:r>
                  <a:rPr lang="en-IL" dirty="0"/>
                  <a:t>All hook errors (on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𝑎𝑢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</m:oMath>
                </a14:m>
                <a:r>
                  <a:rPr lang="en-IL" dirty="0"/>
                  <a:t> or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𝑎𝑢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IL" dirty="0"/>
                  <a:t> are flagged by measurements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𝑎𝑢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</m:oMath>
                </a14:m>
                <a:r>
                  <a:rPr lang="en-IL" dirty="0"/>
                  <a:t> on same cycle or on the next one or by final measurement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𝑠h𝑎𝑟𝑒𝑑</m:t>
                        </m:r>
                      </m:sub>
                    </m:sSub>
                  </m:oMath>
                </a14:m>
                <a:r>
                  <a:rPr lang="en-IL" dirty="0"/>
                  <a:t>.</a:t>
                </a:r>
              </a:p>
            </p:txBody>
          </p:sp>
        </mc:Choice>
        <mc:Fallback>
          <p:sp>
            <p:nvSpPr>
              <p:cNvPr id="592" name="TextBox 591">
                <a:extLst>
                  <a:ext uri="{FF2B5EF4-FFF2-40B4-BE49-F238E27FC236}">
                    <a16:creationId xmlns:a16="http://schemas.microsoft.com/office/drawing/2014/main" id="{BE9E8BBB-385C-CA60-3916-0264A1FA25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2716" y="4309214"/>
                <a:ext cx="5460363" cy="1754326"/>
              </a:xfrm>
              <a:prstGeom prst="rect">
                <a:avLst/>
              </a:prstGeom>
              <a:blipFill>
                <a:blip r:embed="rId4"/>
                <a:stretch>
                  <a:fillRect l="-928" t="-2158" r="-1856" b="-5036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3" name="Rectangle 592">
            <a:extLst>
              <a:ext uri="{FF2B5EF4-FFF2-40B4-BE49-F238E27FC236}">
                <a16:creationId xmlns:a16="http://schemas.microsoft.com/office/drawing/2014/main" id="{D08CD52B-AE61-669E-D00E-B69C21D7A1AC}"/>
              </a:ext>
            </a:extLst>
          </p:cNvPr>
          <p:cNvSpPr/>
          <p:nvPr/>
        </p:nvSpPr>
        <p:spPr>
          <a:xfrm>
            <a:off x="5987420" y="4727181"/>
            <a:ext cx="2140018" cy="1326887"/>
          </a:xfrm>
          <a:prstGeom prst="rect">
            <a:avLst/>
          </a:prstGeom>
          <a:gradFill flip="none" rotWithShape="1">
            <a:gsLst>
              <a:gs pos="0">
                <a:srgbClr val="FF9D98"/>
              </a:gs>
              <a:gs pos="100000">
                <a:srgbClr val="ACBFE5"/>
              </a:gs>
            </a:gsLst>
            <a:lin ang="108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 dirty="0"/>
          </a:p>
        </p:txBody>
      </p:sp>
      <p:sp>
        <p:nvSpPr>
          <p:cNvPr id="594" name="TextBox 593">
            <a:extLst>
              <a:ext uri="{FF2B5EF4-FFF2-40B4-BE49-F238E27FC236}">
                <a16:creationId xmlns:a16="http://schemas.microsoft.com/office/drawing/2014/main" id="{63362EB1-08F3-5911-9608-A426C2A1FAB1}"/>
              </a:ext>
            </a:extLst>
          </p:cNvPr>
          <p:cNvSpPr txBox="1"/>
          <p:nvPr/>
        </p:nvSpPr>
        <p:spPr>
          <a:xfrm>
            <a:off x="7891460" y="5804173"/>
            <a:ext cx="235978" cy="277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L" sz="1200" b="1" dirty="0"/>
              <a:t>6</a:t>
            </a:r>
          </a:p>
        </p:txBody>
      </p:sp>
      <p:sp>
        <p:nvSpPr>
          <p:cNvPr id="595" name="TextBox 594">
            <a:extLst>
              <a:ext uri="{FF2B5EF4-FFF2-40B4-BE49-F238E27FC236}">
                <a16:creationId xmlns:a16="http://schemas.microsoft.com/office/drawing/2014/main" id="{8541ACF5-F2DB-FB1C-D2AE-D01D33783AC9}"/>
              </a:ext>
            </a:extLst>
          </p:cNvPr>
          <p:cNvSpPr txBox="1"/>
          <p:nvPr/>
        </p:nvSpPr>
        <p:spPr>
          <a:xfrm>
            <a:off x="5963884" y="5804173"/>
            <a:ext cx="2359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L" sz="1200" b="1" dirty="0"/>
              <a:t>5</a:t>
            </a:r>
          </a:p>
        </p:txBody>
      </p:sp>
      <p:sp>
        <p:nvSpPr>
          <p:cNvPr id="596" name="TextBox 595">
            <a:extLst>
              <a:ext uri="{FF2B5EF4-FFF2-40B4-BE49-F238E27FC236}">
                <a16:creationId xmlns:a16="http://schemas.microsoft.com/office/drawing/2014/main" id="{4C6EC774-9AD9-253F-575F-8644D51C9657}"/>
              </a:ext>
            </a:extLst>
          </p:cNvPr>
          <p:cNvSpPr txBox="1"/>
          <p:nvPr/>
        </p:nvSpPr>
        <p:spPr>
          <a:xfrm>
            <a:off x="5972980" y="4707184"/>
            <a:ext cx="2602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L" sz="1200" b="1" dirty="0"/>
              <a:t>4</a:t>
            </a:r>
          </a:p>
        </p:txBody>
      </p:sp>
      <p:sp>
        <p:nvSpPr>
          <p:cNvPr id="597" name="TextBox 596">
            <a:extLst>
              <a:ext uri="{FF2B5EF4-FFF2-40B4-BE49-F238E27FC236}">
                <a16:creationId xmlns:a16="http://schemas.microsoft.com/office/drawing/2014/main" id="{493FF1CA-8013-7FD0-6C3C-919586896575}"/>
              </a:ext>
            </a:extLst>
          </p:cNvPr>
          <p:cNvSpPr txBox="1"/>
          <p:nvPr/>
        </p:nvSpPr>
        <p:spPr>
          <a:xfrm>
            <a:off x="7883230" y="4707433"/>
            <a:ext cx="2602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L" sz="1200" b="1" dirty="0"/>
              <a:t>5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98" name="TextBox 597">
                <a:extLst>
                  <a:ext uri="{FF2B5EF4-FFF2-40B4-BE49-F238E27FC236}">
                    <a16:creationId xmlns:a16="http://schemas.microsoft.com/office/drawing/2014/main" id="{A159B1C1-21AA-6EB1-82E3-1112424C517A}"/>
                  </a:ext>
                </a:extLst>
              </p:cNvPr>
              <p:cNvSpPr txBox="1"/>
              <p:nvPr/>
            </p:nvSpPr>
            <p:spPr>
              <a:xfrm>
                <a:off x="5709550" y="4456016"/>
                <a:ext cx="36455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400" b="0" i="0" smtClean="0">
                              <a:latin typeface="Cambria Math" panose="02040503050406030204" pitchFamily="18" charset="0"/>
                            </a:rPr>
                            <m:t>tl</m:t>
                          </m:r>
                        </m:sub>
                      </m:sSub>
                    </m:oMath>
                  </m:oMathPara>
                </a14:m>
                <a:endParaRPr lang="en-IL" sz="1400" dirty="0"/>
              </a:p>
            </p:txBody>
          </p:sp>
        </mc:Choice>
        <mc:Fallback>
          <p:sp>
            <p:nvSpPr>
              <p:cNvPr id="598" name="TextBox 597">
                <a:extLst>
                  <a:ext uri="{FF2B5EF4-FFF2-40B4-BE49-F238E27FC236}">
                    <a16:creationId xmlns:a16="http://schemas.microsoft.com/office/drawing/2014/main" id="{A159B1C1-21AA-6EB1-82E3-1112424C51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9550" y="4456016"/>
                <a:ext cx="364556" cy="30777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99" name="TextBox 598">
                <a:extLst>
                  <a:ext uri="{FF2B5EF4-FFF2-40B4-BE49-F238E27FC236}">
                    <a16:creationId xmlns:a16="http://schemas.microsoft.com/office/drawing/2014/main" id="{FEEB0672-43D7-B8E0-8A43-6C8157CF1DCA}"/>
                  </a:ext>
                </a:extLst>
              </p:cNvPr>
              <p:cNvSpPr txBox="1"/>
              <p:nvPr/>
            </p:nvSpPr>
            <p:spPr>
              <a:xfrm>
                <a:off x="5709550" y="5990640"/>
                <a:ext cx="433497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400" b="0" i="0" smtClean="0">
                              <a:latin typeface="Cambria Math" panose="02040503050406030204" pitchFamily="18" charset="0"/>
                            </a:rPr>
                            <m:t>bl</m:t>
                          </m:r>
                        </m:sub>
                      </m:sSub>
                    </m:oMath>
                  </m:oMathPara>
                </a14:m>
                <a:endParaRPr lang="en-IL" sz="1400" dirty="0"/>
              </a:p>
            </p:txBody>
          </p:sp>
        </mc:Choice>
        <mc:Fallback>
          <p:sp>
            <p:nvSpPr>
              <p:cNvPr id="599" name="TextBox 598">
                <a:extLst>
                  <a:ext uri="{FF2B5EF4-FFF2-40B4-BE49-F238E27FC236}">
                    <a16:creationId xmlns:a16="http://schemas.microsoft.com/office/drawing/2014/main" id="{FEEB0672-43D7-B8E0-8A43-6C8157CF1D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9550" y="5990640"/>
                <a:ext cx="433497" cy="30777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00" name="TextBox 599">
                <a:extLst>
                  <a:ext uri="{FF2B5EF4-FFF2-40B4-BE49-F238E27FC236}">
                    <a16:creationId xmlns:a16="http://schemas.microsoft.com/office/drawing/2014/main" id="{F7EA3666-FB6C-B0E7-9F8C-5FB86E2C07C1}"/>
                  </a:ext>
                </a:extLst>
              </p:cNvPr>
              <p:cNvSpPr txBox="1"/>
              <p:nvPr/>
            </p:nvSpPr>
            <p:spPr>
              <a:xfrm>
                <a:off x="8028877" y="4484447"/>
                <a:ext cx="337741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400" b="0" i="0" smtClean="0">
                              <a:latin typeface="Cambria Math" panose="02040503050406030204" pitchFamily="18" charset="0"/>
                            </a:rPr>
                            <m:t>tr</m:t>
                          </m:r>
                        </m:sub>
                      </m:sSub>
                    </m:oMath>
                  </m:oMathPara>
                </a14:m>
                <a:endParaRPr lang="en-IL" sz="1400" dirty="0"/>
              </a:p>
            </p:txBody>
          </p:sp>
        </mc:Choice>
        <mc:Fallback>
          <p:sp>
            <p:nvSpPr>
              <p:cNvPr id="600" name="TextBox 599">
                <a:extLst>
                  <a:ext uri="{FF2B5EF4-FFF2-40B4-BE49-F238E27FC236}">
                    <a16:creationId xmlns:a16="http://schemas.microsoft.com/office/drawing/2014/main" id="{F7EA3666-FB6C-B0E7-9F8C-5FB86E2C07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28877" y="4484447"/>
                <a:ext cx="337741" cy="307777"/>
              </a:xfrm>
              <a:prstGeom prst="rect">
                <a:avLst/>
              </a:prstGeom>
              <a:blipFill>
                <a:blip r:embed="rId7"/>
                <a:stretch>
                  <a:fillRect r="-3704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01" name="TextBox 600">
                <a:extLst>
                  <a:ext uri="{FF2B5EF4-FFF2-40B4-BE49-F238E27FC236}">
                    <a16:creationId xmlns:a16="http://schemas.microsoft.com/office/drawing/2014/main" id="{613EF3C8-49C4-9626-11B4-EEA9C200ABA3}"/>
                  </a:ext>
                </a:extLst>
              </p:cNvPr>
              <p:cNvSpPr txBox="1"/>
              <p:nvPr/>
            </p:nvSpPr>
            <p:spPr>
              <a:xfrm>
                <a:off x="8050883" y="5990638"/>
                <a:ext cx="37089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400" b="0" i="0" smtClean="0">
                              <a:latin typeface="Cambria Math" panose="02040503050406030204" pitchFamily="18" charset="0"/>
                            </a:rPr>
                            <m:t>br</m:t>
                          </m:r>
                        </m:sub>
                      </m:sSub>
                    </m:oMath>
                  </m:oMathPara>
                </a14:m>
                <a:endParaRPr lang="en-IL" sz="1400" dirty="0"/>
              </a:p>
            </p:txBody>
          </p:sp>
        </mc:Choice>
        <mc:Fallback>
          <p:sp>
            <p:nvSpPr>
              <p:cNvPr id="601" name="TextBox 600">
                <a:extLst>
                  <a:ext uri="{FF2B5EF4-FFF2-40B4-BE49-F238E27FC236}">
                    <a16:creationId xmlns:a16="http://schemas.microsoft.com/office/drawing/2014/main" id="{613EF3C8-49C4-9626-11B4-EEA9C200AB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50883" y="5990638"/>
                <a:ext cx="370896" cy="307777"/>
              </a:xfrm>
              <a:prstGeom prst="rect">
                <a:avLst/>
              </a:prstGeom>
              <a:blipFill>
                <a:blip r:embed="rId8"/>
                <a:stretch>
                  <a:fillRect r="-3333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03" name="TextBox 602">
                <a:extLst>
                  <a:ext uri="{FF2B5EF4-FFF2-40B4-BE49-F238E27FC236}">
                    <a16:creationId xmlns:a16="http://schemas.microsoft.com/office/drawing/2014/main" id="{AF539BDD-F704-E277-DB83-45C608AFDB7E}"/>
                  </a:ext>
                </a:extLst>
              </p:cNvPr>
              <p:cNvSpPr txBox="1"/>
              <p:nvPr/>
            </p:nvSpPr>
            <p:spPr>
              <a:xfrm>
                <a:off x="6889912" y="6005256"/>
                <a:ext cx="337741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400" b="0" i="0" smtClean="0">
                              <a:latin typeface="Cambria Math" panose="02040503050406030204" pitchFamily="18" charset="0"/>
                            </a:rPr>
                            <m:t>shared</m:t>
                          </m:r>
                        </m:sub>
                      </m:sSub>
                    </m:oMath>
                  </m:oMathPara>
                </a14:m>
                <a:endParaRPr lang="en-IL" sz="1400" dirty="0"/>
              </a:p>
            </p:txBody>
          </p:sp>
        </mc:Choice>
        <mc:Fallback>
          <p:sp>
            <p:nvSpPr>
              <p:cNvPr id="603" name="TextBox 602">
                <a:extLst>
                  <a:ext uri="{FF2B5EF4-FFF2-40B4-BE49-F238E27FC236}">
                    <a16:creationId xmlns:a16="http://schemas.microsoft.com/office/drawing/2014/main" id="{AF539BDD-F704-E277-DB83-45C608AFDB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89912" y="6005256"/>
                <a:ext cx="337741" cy="307777"/>
              </a:xfrm>
              <a:prstGeom prst="rect">
                <a:avLst/>
              </a:prstGeom>
              <a:blipFill>
                <a:blip r:embed="rId9"/>
                <a:stretch>
                  <a:fillRect r="-92857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04" name="TextBox 603">
                <a:extLst>
                  <a:ext uri="{FF2B5EF4-FFF2-40B4-BE49-F238E27FC236}">
                    <a16:creationId xmlns:a16="http://schemas.microsoft.com/office/drawing/2014/main" id="{54F72872-FDA3-B8A2-896F-F32C189D1115}"/>
                  </a:ext>
                </a:extLst>
              </p:cNvPr>
              <p:cNvSpPr txBox="1"/>
              <p:nvPr/>
            </p:nvSpPr>
            <p:spPr>
              <a:xfrm>
                <a:off x="6372442" y="5203529"/>
                <a:ext cx="337741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𝑎𝑢𝑥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400" b="0" i="0" smtClean="0">
                              <a:latin typeface="Cambria Math" panose="02040503050406030204" pitchFamily="18" charset="0"/>
                            </a:rPr>
                            <m:t>l</m:t>
                          </m:r>
                        </m:sub>
                      </m:sSub>
                    </m:oMath>
                  </m:oMathPara>
                </a14:m>
                <a:endParaRPr lang="en-IL" sz="1400" dirty="0"/>
              </a:p>
            </p:txBody>
          </p:sp>
        </mc:Choice>
        <mc:Fallback>
          <p:sp>
            <p:nvSpPr>
              <p:cNvPr id="604" name="TextBox 603">
                <a:extLst>
                  <a:ext uri="{FF2B5EF4-FFF2-40B4-BE49-F238E27FC236}">
                    <a16:creationId xmlns:a16="http://schemas.microsoft.com/office/drawing/2014/main" id="{54F72872-FDA3-B8A2-896F-F32C189D11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72442" y="5203529"/>
                <a:ext cx="337741" cy="307777"/>
              </a:xfrm>
              <a:prstGeom prst="rect">
                <a:avLst/>
              </a:prstGeom>
              <a:blipFill>
                <a:blip r:embed="rId10"/>
                <a:stretch>
                  <a:fillRect r="-39286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05" name="TextBox 604">
                <a:extLst>
                  <a:ext uri="{FF2B5EF4-FFF2-40B4-BE49-F238E27FC236}">
                    <a16:creationId xmlns:a16="http://schemas.microsoft.com/office/drawing/2014/main" id="{5DF875FC-F9A9-3171-AE07-908C16965A8A}"/>
                  </a:ext>
                </a:extLst>
              </p:cNvPr>
              <p:cNvSpPr txBox="1"/>
              <p:nvPr/>
            </p:nvSpPr>
            <p:spPr>
              <a:xfrm>
                <a:off x="7249940" y="5209969"/>
                <a:ext cx="337741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𝑎𝑢𝑥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400" b="0" i="0" smtClean="0">
                              <a:latin typeface="Cambria Math" panose="02040503050406030204" pitchFamily="18" charset="0"/>
                            </a:rPr>
                            <m:t>r</m:t>
                          </m:r>
                        </m:sub>
                      </m:sSub>
                    </m:oMath>
                  </m:oMathPara>
                </a14:m>
                <a:endParaRPr lang="en-IL" sz="1400" dirty="0"/>
              </a:p>
            </p:txBody>
          </p:sp>
        </mc:Choice>
        <mc:Fallback>
          <p:sp>
            <p:nvSpPr>
              <p:cNvPr id="605" name="TextBox 604">
                <a:extLst>
                  <a:ext uri="{FF2B5EF4-FFF2-40B4-BE49-F238E27FC236}">
                    <a16:creationId xmlns:a16="http://schemas.microsoft.com/office/drawing/2014/main" id="{5DF875FC-F9A9-3171-AE07-908C16965A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49940" y="5209969"/>
                <a:ext cx="337741" cy="307777"/>
              </a:xfrm>
              <a:prstGeom prst="rect">
                <a:avLst/>
              </a:prstGeom>
              <a:blipFill>
                <a:blip r:embed="rId11"/>
                <a:stretch>
                  <a:fillRect r="-39286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350349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A1418F0-846A-CE39-5DBB-375E6D6209C0}"/>
              </a:ext>
            </a:extLst>
          </p:cNvPr>
          <p:cNvGrpSpPr/>
          <p:nvPr/>
        </p:nvGrpSpPr>
        <p:grpSpPr>
          <a:xfrm rot="5400000" flipV="1">
            <a:off x="5205741" y="1460754"/>
            <a:ext cx="1269250" cy="3132928"/>
            <a:chOff x="6397348" y="779214"/>
            <a:chExt cx="1262234" cy="3131253"/>
          </a:xfrm>
        </p:grpSpPr>
        <p:sp>
          <p:nvSpPr>
            <p:cNvPr id="196" name="Rectangle 195">
              <a:extLst>
                <a:ext uri="{FF2B5EF4-FFF2-40B4-BE49-F238E27FC236}">
                  <a16:creationId xmlns:a16="http://schemas.microsoft.com/office/drawing/2014/main" id="{CF867A03-7D67-B0C8-6D3E-C75AA8CA76C6}"/>
                </a:ext>
              </a:extLst>
            </p:cNvPr>
            <p:cNvSpPr/>
            <p:nvPr/>
          </p:nvSpPr>
          <p:spPr>
            <a:xfrm>
              <a:off x="6398681" y="779214"/>
              <a:ext cx="1258457" cy="780288"/>
            </a:xfrm>
            <a:prstGeom prst="rect">
              <a:avLst/>
            </a:prstGeom>
            <a:gradFill flip="none" rotWithShape="1">
              <a:gsLst>
                <a:gs pos="0">
                  <a:srgbClr val="FF9D98"/>
                </a:gs>
                <a:gs pos="100000">
                  <a:srgbClr val="ACBFE5"/>
                </a:gs>
              </a:gsLst>
              <a:lin ang="10800000" scaled="1"/>
              <a:tileRect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 dirty="0"/>
            </a:p>
          </p:txBody>
        </p:sp>
        <p:sp>
          <p:nvSpPr>
            <p:cNvPr id="197" name="Rectangle 196">
              <a:extLst>
                <a:ext uri="{FF2B5EF4-FFF2-40B4-BE49-F238E27FC236}">
                  <a16:creationId xmlns:a16="http://schemas.microsoft.com/office/drawing/2014/main" id="{2C1A98D9-E745-BBAF-8A9E-6FD4A266F343}"/>
                </a:ext>
              </a:extLst>
            </p:cNvPr>
            <p:cNvSpPr/>
            <p:nvPr/>
          </p:nvSpPr>
          <p:spPr>
            <a:xfrm>
              <a:off x="6401125" y="2343067"/>
              <a:ext cx="1258457" cy="780288"/>
            </a:xfrm>
            <a:prstGeom prst="rect">
              <a:avLst/>
            </a:prstGeom>
            <a:gradFill flip="none" rotWithShape="1">
              <a:gsLst>
                <a:gs pos="0">
                  <a:srgbClr val="FF9D98"/>
                </a:gs>
                <a:gs pos="100000">
                  <a:srgbClr val="ACBFE5"/>
                </a:gs>
              </a:gsLst>
              <a:lin ang="10800000" scaled="1"/>
              <a:tileRect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 dirty="0"/>
            </a:p>
          </p:txBody>
        </p:sp>
        <p:sp>
          <p:nvSpPr>
            <p:cNvPr id="198" name="Rectangle 197">
              <a:extLst>
                <a:ext uri="{FF2B5EF4-FFF2-40B4-BE49-F238E27FC236}">
                  <a16:creationId xmlns:a16="http://schemas.microsoft.com/office/drawing/2014/main" id="{38ED96B6-C0D6-8CB7-C0AE-66554105DB65}"/>
                </a:ext>
              </a:extLst>
            </p:cNvPr>
            <p:cNvSpPr/>
            <p:nvPr/>
          </p:nvSpPr>
          <p:spPr>
            <a:xfrm rot="10800000">
              <a:off x="6400480" y="1566326"/>
              <a:ext cx="1258457" cy="780288"/>
            </a:xfrm>
            <a:prstGeom prst="rect">
              <a:avLst/>
            </a:prstGeom>
            <a:gradFill flip="none" rotWithShape="1">
              <a:gsLst>
                <a:gs pos="0">
                  <a:srgbClr val="FF9D98"/>
                </a:gs>
                <a:gs pos="100000">
                  <a:srgbClr val="ACBFE5"/>
                </a:gs>
              </a:gsLst>
              <a:lin ang="10800000" scaled="1"/>
              <a:tileRect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 dirty="0"/>
            </a:p>
          </p:txBody>
        </p:sp>
        <p:sp>
          <p:nvSpPr>
            <p:cNvPr id="199" name="Rectangle 198">
              <a:extLst>
                <a:ext uri="{FF2B5EF4-FFF2-40B4-BE49-F238E27FC236}">
                  <a16:creationId xmlns:a16="http://schemas.microsoft.com/office/drawing/2014/main" id="{32B278A3-3F12-AE8D-2933-DC1DC79FB33A}"/>
                </a:ext>
              </a:extLst>
            </p:cNvPr>
            <p:cNvSpPr/>
            <p:nvPr/>
          </p:nvSpPr>
          <p:spPr>
            <a:xfrm rot="10800000">
              <a:off x="6397348" y="3130179"/>
              <a:ext cx="1258457" cy="780288"/>
            </a:xfrm>
            <a:prstGeom prst="rect">
              <a:avLst/>
            </a:prstGeom>
            <a:gradFill flip="none" rotWithShape="1">
              <a:gsLst>
                <a:gs pos="0">
                  <a:srgbClr val="FF9D98"/>
                </a:gs>
                <a:gs pos="100000">
                  <a:srgbClr val="ACBFE5"/>
                </a:gs>
              </a:gsLst>
              <a:lin ang="10800000" scaled="1"/>
              <a:tileRect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 dirty="0"/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58617D29-CEC2-2F09-82B0-04E94FDA881A}"/>
              </a:ext>
            </a:extLst>
          </p:cNvPr>
          <p:cNvGrpSpPr/>
          <p:nvPr/>
        </p:nvGrpSpPr>
        <p:grpSpPr>
          <a:xfrm rot="16200000" flipV="1">
            <a:off x="5168261" y="1424320"/>
            <a:ext cx="1349537" cy="3190321"/>
            <a:chOff x="6350868" y="743742"/>
            <a:chExt cx="1349537" cy="3185446"/>
          </a:xfrm>
        </p:grpSpPr>
        <p:sp>
          <p:nvSpPr>
            <p:cNvPr id="202" name="TextBox 201">
              <a:extLst>
                <a:ext uri="{FF2B5EF4-FFF2-40B4-BE49-F238E27FC236}">
                  <a16:creationId xmlns:a16="http://schemas.microsoft.com/office/drawing/2014/main" id="{62360815-54C2-0825-F149-678F2E10C382}"/>
                </a:ext>
              </a:extLst>
            </p:cNvPr>
            <p:cNvSpPr txBox="1"/>
            <p:nvPr/>
          </p:nvSpPr>
          <p:spPr>
            <a:xfrm rot="5400000">
              <a:off x="6373493" y="2101467"/>
              <a:ext cx="26281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L" sz="1200" b="1" dirty="0"/>
                <a:t>3</a:t>
              </a:r>
            </a:p>
          </p:txBody>
        </p:sp>
        <p:sp>
          <p:nvSpPr>
            <p:cNvPr id="203" name="TextBox 202">
              <a:extLst>
                <a:ext uri="{FF2B5EF4-FFF2-40B4-BE49-F238E27FC236}">
                  <a16:creationId xmlns:a16="http://schemas.microsoft.com/office/drawing/2014/main" id="{0BC8EB8E-E966-BF98-0025-BE3D4770DD9E}"/>
                </a:ext>
              </a:extLst>
            </p:cNvPr>
            <p:cNvSpPr txBox="1"/>
            <p:nvPr/>
          </p:nvSpPr>
          <p:spPr>
            <a:xfrm rot="5400000">
              <a:off x="7407120" y="1522291"/>
              <a:ext cx="26281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L" sz="1200" b="1" dirty="0"/>
                <a:t>2</a:t>
              </a:r>
            </a:p>
          </p:txBody>
        </p:sp>
        <p:sp>
          <p:nvSpPr>
            <p:cNvPr id="204" name="TextBox 203">
              <a:extLst>
                <a:ext uri="{FF2B5EF4-FFF2-40B4-BE49-F238E27FC236}">
                  <a16:creationId xmlns:a16="http://schemas.microsoft.com/office/drawing/2014/main" id="{1B3E9AC1-39AC-2818-C4AF-64B9E3F06B6C}"/>
                </a:ext>
              </a:extLst>
            </p:cNvPr>
            <p:cNvSpPr txBox="1"/>
            <p:nvPr/>
          </p:nvSpPr>
          <p:spPr>
            <a:xfrm rot="5400000">
              <a:off x="6359734" y="1516521"/>
              <a:ext cx="26281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L" sz="1200" b="1" dirty="0"/>
                <a:t>4</a:t>
              </a:r>
            </a:p>
          </p:txBody>
        </p:sp>
        <p:sp>
          <p:nvSpPr>
            <p:cNvPr id="205" name="TextBox 204">
              <a:extLst>
                <a:ext uri="{FF2B5EF4-FFF2-40B4-BE49-F238E27FC236}">
                  <a16:creationId xmlns:a16="http://schemas.microsoft.com/office/drawing/2014/main" id="{03278792-DDEA-5027-AA93-3F8746EF0C13}"/>
                </a:ext>
              </a:extLst>
            </p:cNvPr>
            <p:cNvSpPr txBox="1"/>
            <p:nvPr/>
          </p:nvSpPr>
          <p:spPr>
            <a:xfrm rot="5400000">
              <a:off x="7425106" y="2096893"/>
              <a:ext cx="26281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L" sz="1200" b="1" dirty="0"/>
                <a:t>3</a:t>
              </a:r>
            </a:p>
          </p:txBody>
        </p:sp>
        <p:sp>
          <p:nvSpPr>
            <p:cNvPr id="234" name="TextBox 233">
              <a:extLst>
                <a:ext uri="{FF2B5EF4-FFF2-40B4-BE49-F238E27FC236}">
                  <a16:creationId xmlns:a16="http://schemas.microsoft.com/office/drawing/2014/main" id="{8DB83BAB-F127-CD2D-4061-4200FACC45BC}"/>
                </a:ext>
              </a:extLst>
            </p:cNvPr>
            <p:cNvSpPr txBox="1"/>
            <p:nvPr/>
          </p:nvSpPr>
          <p:spPr>
            <a:xfrm rot="5400000">
              <a:off x="7422154" y="2886319"/>
              <a:ext cx="26281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L" sz="1200" b="1" dirty="0"/>
                <a:t>5</a:t>
              </a:r>
            </a:p>
          </p:txBody>
        </p:sp>
        <p:sp>
          <p:nvSpPr>
            <p:cNvPr id="235" name="TextBox 234">
              <a:extLst>
                <a:ext uri="{FF2B5EF4-FFF2-40B4-BE49-F238E27FC236}">
                  <a16:creationId xmlns:a16="http://schemas.microsoft.com/office/drawing/2014/main" id="{5EE44669-55C5-844A-3B57-52747D74DB93}"/>
                </a:ext>
              </a:extLst>
            </p:cNvPr>
            <p:cNvSpPr txBox="1"/>
            <p:nvPr/>
          </p:nvSpPr>
          <p:spPr>
            <a:xfrm rot="5400000">
              <a:off x="7406788" y="1308902"/>
              <a:ext cx="26281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L" sz="1200" b="1" dirty="0"/>
                <a:t>5</a:t>
              </a:r>
            </a:p>
          </p:txBody>
        </p:sp>
        <p:sp>
          <p:nvSpPr>
            <p:cNvPr id="236" name="TextBox 235">
              <a:extLst>
                <a:ext uri="{FF2B5EF4-FFF2-40B4-BE49-F238E27FC236}">
                  <a16:creationId xmlns:a16="http://schemas.microsoft.com/office/drawing/2014/main" id="{8A542F4D-F89C-4DEC-B76B-559FEBB6802A}"/>
                </a:ext>
              </a:extLst>
            </p:cNvPr>
            <p:cNvSpPr txBox="1"/>
            <p:nvPr/>
          </p:nvSpPr>
          <p:spPr>
            <a:xfrm rot="5400000">
              <a:off x="6363276" y="3072937"/>
              <a:ext cx="26281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L" sz="1200" b="1" dirty="0"/>
                <a:t>4</a:t>
              </a:r>
            </a:p>
          </p:txBody>
        </p:sp>
        <p:sp>
          <p:nvSpPr>
            <p:cNvPr id="237" name="TextBox 236">
              <a:extLst>
                <a:ext uri="{FF2B5EF4-FFF2-40B4-BE49-F238E27FC236}">
                  <a16:creationId xmlns:a16="http://schemas.microsoft.com/office/drawing/2014/main" id="{8E731946-8F4B-32F6-304C-5FE9E528C154}"/>
                </a:ext>
              </a:extLst>
            </p:cNvPr>
            <p:cNvSpPr txBox="1"/>
            <p:nvPr/>
          </p:nvSpPr>
          <p:spPr>
            <a:xfrm rot="5400000">
              <a:off x="7428648" y="3653308"/>
              <a:ext cx="26281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L" sz="1200" b="1" dirty="0"/>
                <a:t>3</a:t>
              </a:r>
            </a:p>
          </p:txBody>
        </p:sp>
        <p:sp>
          <p:nvSpPr>
            <p:cNvPr id="238" name="TextBox 237">
              <a:extLst>
                <a:ext uri="{FF2B5EF4-FFF2-40B4-BE49-F238E27FC236}">
                  <a16:creationId xmlns:a16="http://schemas.microsoft.com/office/drawing/2014/main" id="{9C692FBE-AEB5-8F07-BF28-AA628FDB3FED}"/>
                </a:ext>
              </a:extLst>
            </p:cNvPr>
            <p:cNvSpPr txBox="1"/>
            <p:nvPr/>
          </p:nvSpPr>
          <p:spPr>
            <a:xfrm rot="5400000">
              <a:off x="6368132" y="2874002"/>
              <a:ext cx="26281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L" sz="1200" b="1" dirty="0"/>
                <a:t>5</a:t>
              </a:r>
            </a:p>
          </p:txBody>
        </p:sp>
        <p:sp>
          <p:nvSpPr>
            <p:cNvPr id="239" name="TextBox 238">
              <a:extLst>
                <a:ext uri="{FF2B5EF4-FFF2-40B4-BE49-F238E27FC236}">
                  <a16:creationId xmlns:a16="http://schemas.microsoft.com/office/drawing/2014/main" id="{023112C6-B24E-6A33-09A0-6A125F4C3A2C}"/>
                </a:ext>
              </a:extLst>
            </p:cNvPr>
            <p:cNvSpPr txBox="1"/>
            <p:nvPr/>
          </p:nvSpPr>
          <p:spPr>
            <a:xfrm rot="5400000">
              <a:off x="6357962" y="1310143"/>
              <a:ext cx="26281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L" sz="1200" b="1" dirty="0"/>
                <a:t>5</a:t>
              </a:r>
            </a:p>
          </p:txBody>
        </p:sp>
        <p:sp>
          <p:nvSpPr>
            <p:cNvPr id="240" name="TextBox 239">
              <a:extLst>
                <a:ext uri="{FF2B5EF4-FFF2-40B4-BE49-F238E27FC236}">
                  <a16:creationId xmlns:a16="http://schemas.microsoft.com/office/drawing/2014/main" id="{55355A8C-26B3-732F-A14C-3FDC77F1B25A}"/>
                </a:ext>
              </a:extLst>
            </p:cNvPr>
            <p:cNvSpPr txBox="1"/>
            <p:nvPr/>
          </p:nvSpPr>
          <p:spPr>
            <a:xfrm rot="5400000">
              <a:off x="6371537" y="2297463"/>
              <a:ext cx="26281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L" sz="1200" b="1" dirty="0"/>
                <a:t>4</a:t>
              </a:r>
            </a:p>
          </p:txBody>
        </p:sp>
        <p:sp>
          <p:nvSpPr>
            <p:cNvPr id="241" name="TextBox 240">
              <a:extLst>
                <a:ext uri="{FF2B5EF4-FFF2-40B4-BE49-F238E27FC236}">
                  <a16:creationId xmlns:a16="http://schemas.microsoft.com/office/drawing/2014/main" id="{1F60D072-6C6D-8192-9821-33FD2AF99C94}"/>
                </a:ext>
              </a:extLst>
            </p:cNvPr>
            <p:cNvSpPr txBox="1"/>
            <p:nvPr/>
          </p:nvSpPr>
          <p:spPr>
            <a:xfrm rot="5400000">
              <a:off x="6371229" y="736648"/>
              <a:ext cx="26281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L" sz="1200" b="1" dirty="0"/>
                <a:t>4</a:t>
              </a:r>
            </a:p>
          </p:txBody>
        </p:sp>
        <p:sp>
          <p:nvSpPr>
            <p:cNvPr id="242" name="TextBox 241">
              <a:extLst>
                <a:ext uri="{FF2B5EF4-FFF2-40B4-BE49-F238E27FC236}">
                  <a16:creationId xmlns:a16="http://schemas.microsoft.com/office/drawing/2014/main" id="{9C4DDC1F-F7ED-85DE-C049-DEDDF3EA6006}"/>
                </a:ext>
              </a:extLst>
            </p:cNvPr>
            <p:cNvSpPr txBox="1"/>
            <p:nvPr/>
          </p:nvSpPr>
          <p:spPr>
            <a:xfrm rot="5400000">
              <a:off x="6364270" y="3659282"/>
              <a:ext cx="26281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L" sz="1200" b="1" dirty="0"/>
                <a:t>3</a:t>
              </a:r>
            </a:p>
          </p:txBody>
        </p:sp>
        <p:sp>
          <p:nvSpPr>
            <p:cNvPr id="243" name="TextBox 242">
              <a:extLst>
                <a:ext uri="{FF2B5EF4-FFF2-40B4-BE49-F238E27FC236}">
                  <a16:creationId xmlns:a16="http://schemas.microsoft.com/office/drawing/2014/main" id="{37A1F08A-9832-ECF0-154E-F1DD9565E30D}"/>
                </a:ext>
              </a:extLst>
            </p:cNvPr>
            <p:cNvSpPr txBox="1"/>
            <p:nvPr/>
          </p:nvSpPr>
          <p:spPr>
            <a:xfrm rot="5400000">
              <a:off x="7430500" y="2301365"/>
              <a:ext cx="26281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L" sz="1200" b="1" dirty="0"/>
                <a:t>6</a:t>
              </a:r>
            </a:p>
          </p:txBody>
        </p:sp>
        <p:sp>
          <p:nvSpPr>
            <p:cNvPr id="244" name="TextBox 243">
              <a:extLst>
                <a:ext uri="{FF2B5EF4-FFF2-40B4-BE49-F238E27FC236}">
                  <a16:creationId xmlns:a16="http://schemas.microsoft.com/office/drawing/2014/main" id="{A2EAABE9-6D4B-512C-A366-EB9E401BA3B6}"/>
                </a:ext>
              </a:extLst>
            </p:cNvPr>
            <p:cNvSpPr txBox="1"/>
            <p:nvPr/>
          </p:nvSpPr>
          <p:spPr>
            <a:xfrm rot="5400000">
              <a:off x="7420399" y="743422"/>
              <a:ext cx="26281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L" sz="1200" b="1" dirty="0"/>
                <a:t>6</a:t>
              </a:r>
            </a:p>
          </p:txBody>
        </p:sp>
        <p:sp>
          <p:nvSpPr>
            <p:cNvPr id="245" name="TextBox 244">
              <a:extLst>
                <a:ext uri="{FF2B5EF4-FFF2-40B4-BE49-F238E27FC236}">
                  <a16:creationId xmlns:a16="http://schemas.microsoft.com/office/drawing/2014/main" id="{BFA8E364-A707-5646-AA24-E238B6653654}"/>
                </a:ext>
              </a:extLst>
            </p:cNvPr>
            <p:cNvSpPr txBox="1"/>
            <p:nvPr/>
          </p:nvSpPr>
          <p:spPr>
            <a:xfrm rot="5400000">
              <a:off x="7416581" y="3084909"/>
              <a:ext cx="26281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L" sz="1200" b="1" dirty="0"/>
                <a:t>2</a:t>
              </a:r>
            </a:p>
          </p:txBody>
        </p:sp>
      </p:grpSp>
      <p:grpSp>
        <p:nvGrpSpPr>
          <p:cNvPr id="1017" name="Group 1016">
            <a:extLst>
              <a:ext uri="{FF2B5EF4-FFF2-40B4-BE49-F238E27FC236}">
                <a16:creationId xmlns:a16="http://schemas.microsoft.com/office/drawing/2014/main" id="{62D33A53-FDF0-F887-854F-8CC471977C57}"/>
              </a:ext>
            </a:extLst>
          </p:cNvPr>
          <p:cNvGrpSpPr/>
          <p:nvPr/>
        </p:nvGrpSpPr>
        <p:grpSpPr>
          <a:xfrm>
            <a:off x="4222605" y="-767346"/>
            <a:ext cx="860622" cy="859536"/>
            <a:chOff x="4248912" y="1670304"/>
            <a:chExt cx="860622" cy="859536"/>
          </a:xfrm>
        </p:grpSpPr>
        <p:sp>
          <p:nvSpPr>
            <p:cNvPr id="1018" name="Rectangle 1017">
              <a:extLst>
                <a:ext uri="{FF2B5EF4-FFF2-40B4-BE49-F238E27FC236}">
                  <a16:creationId xmlns:a16="http://schemas.microsoft.com/office/drawing/2014/main" id="{7ABD0957-955C-B61A-F1ED-D1201B03DDC4}"/>
                </a:ext>
              </a:extLst>
            </p:cNvPr>
            <p:cNvSpPr/>
            <p:nvPr/>
          </p:nvSpPr>
          <p:spPr>
            <a:xfrm>
              <a:off x="4297680" y="1719072"/>
              <a:ext cx="780288" cy="780288"/>
            </a:xfrm>
            <a:prstGeom prst="rect">
              <a:avLst/>
            </a:prstGeom>
            <a:solidFill>
              <a:schemeClr val="accent1">
                <a:alpha val="45623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/>
            </a:p>
          </p:txBody>
        </p:sp>
        <p:sp>
          <p:nvSpPr>
            <p:cNvPr id="1019" name="TextBox 1018">
              <a:extLst>
                <a:ext uri="{FF2B5EF4-FFF2-40B4-BE49-F238E27FC236}">
                  <a16:creationId xmlns:a16="http://schemas.microsoft.com/office/drawing/2014/main" id="{3BDC698D-8E4F-88F1-F6D1-6B0C35F707E5}"/>
                </a:ext>
              </a:extLst>
            </p:cNvPr>
            <p:cNvSpPr txBox="1"/>
            <p:nvPr/>
          </p:nvSpPr>
          <p:spPr>
            <a:xfrm>
              <a:off x="4248912" y="1670304"/>
              <a:ext cx="26321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L" sz="1200" dirty="0"/>
                <a:t>1</a:t>
              </a:r>
            </a:p>
          </p:txBody>
        </p:sp>
        <p:sp>
          <p:nvSpPr>
            <p:cNvPr id="1020" name="TextBox 1019">
              <a:extLst>
                <a:ext uri="{FF2B5EF4-FFF2-40B4-BE49-F238E27FC236}">
                  <a16:creationId xmlns:a16="http://schemas.microsoft.com/office/drawing/2014/main" id="{DE0EB9B1-9416-276C-3046-4F1471896B31}"/>
                </a:ext>
              </a:extLst>
            </p:cNvPr>
            <p:cNvSpPr txBox="1"/>
            <p:nvPr/>
          </p:nvSpPr>
          <p:spPr>
            <a:xfrm>
              <a:off x="4846320" y="2252841"/>
              <a:ext cx="26321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L" sz="1200" dirty="0"/>
                <a:t>2</a:t>
              </a:r>
            </a:p>
          </p:txBody>
        </p:sp>
        <p:sp>
          <p:nvSpPr>
            <p:cNvPr id="1021" name="TextBox 1020">
              <a:extLst>
                <a:ext uri="{FF2B5EF4-FFF2-40B4-BE49-F238E27FC236}">
                  <a16:creationId xmlns:a16="http://schemas.microsoft.com/office/drawing/2014/main" id="{6A3FE935-2B63-53D9-1AE4-4D652667E99C}"/>
                </a:ext>
              </a:extLst>
            </p:cNvPr>
            <p:cNvSpPr txBox="1"/>
            <p:nvPr/>
          </p:nvSpPr>
          <p:spPr>
            <a:xfrm>
              <a:off x="4255008" y="2240649"/>
              <a:ext cx="26321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L" sz="1200" dirty="0"/>
                <a:t>4</a:t>
              </a:r>
            </a:p>
          </p:txBody>
        </p:sp>
        <p:sp>
          <p:nvSpPr>
            <p:cNvPr id="1022" name="TextBox 1021">
              <a:extLst>
                <a:ext uri="{FF2B5EF4-FFF2-40B4-BE49-F238E27FC236}">
                  <a16:creationId xmlns:a16="http://schemas.microsoft.com/office/drawing/2014/main" id="{9D2C14B9-B5A2-5EA4-1309-DAF73C38C4CC}"/>
                </a:ext>
              </a:extLst>
            </p:cNvPr>
            <p:cNvSpPr txBox="1"/>
            <p:nvPr/>
          </p:nvSpPr>
          <p:spPr>
            <a:xfrm>
              <a:off x="4846320" y="1676400"/>
              <a:ext cx="26321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L" sz="1200" dirty="0"/>
                <a:t>3</a:t>
              </a:r>
            </a:p>
          </p:txBody>
        </p:sp>
      </p:grpSp>
      <p:grpSp>
        <p:nvGrpSpPr>
          <p:cNvPr id="1023" name="Group 1022">
            <a:extLst>
              <a:ext uri="{FF2B5EF4-FFF2-40B4-BE49-F238E27FC236}">
                <a16:creationId xmlns:a16="http://schemas.microsoft.com/office/drawing/2014/main" id="{4017C6EC-DFFB-8079-6272-C6E001AE2980}"/>
              </a:ext>
            </a:extLst>
          </p:cNvPr>
          <p:cNvGrpSpPr/>
          <p:nvPr/>
        </p:nvGrpSpPr>
        <p:grpSpPr>
          <a:xfrm>
            <a:off x="5006066" y="-768432"/>
            <a:ext cx="860622" cy="859536"/>
            <a:chOff x="4248912" y="1670304"/>
            <a:chExt cx="860622" cy="859536"/>
          </a:xfrm>
        </p:grpSpPr>
        <p:sp>
          <p:nvSpPr>
            <p:cNvPr id="1024" name="Rectangle 1023">
              <a:extLst>
                <a:ext uri="{FF2B5EF4-FFF2-40B4-BE49-F238E27FC236}">
                  <a16:creationId xmlns:a16="http://schemas.microsoft.com/office/drawing/2014/main" id="{E9789493-EA97-AA17-F97A-2EF29E23A96A}"/>
                </a:ext>
              </a:extLst>
            </p:cNvPr>
            <p:cNvSpPr/>
            <p:nvPr/>
          </p:nvSpPr>
          <p:spPr>
            <a:xfrm>
              <a:off x="4297680" y="1719072"/>
              <a:ext cx="780288" cy="780288"/>
            </a:xfrm>
            <a:prstGeom prst="rect">
              <a:avLst/>
            </a:prstGeom>
            <a:solidFill>
              <a:srgbClr val="FF0000">
                <a:alpha val="45623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/>
            </a:p>
          </p:txBody>
        </p:sp>
        <p:sp>
          <p:nvSpPr>
            <p:cNvPr id="1025" name="TextBox 1024">
              <a:extLst>
                <a:ext uri="{FF2B5EF4-FFF2-40B4-BE49-F238E27FC236}">
                  <a16:creationId xmlns:a16="http://schemas.microsoft.com/office/drawing/2014/main" id="{C3BB8E93-DE10-6623-0F3F-63F4FA496CF1}"/>
                </a:ext>
              </a:extLst>
            </p:cNvPr>
            <p:cNvSpPr txBox="1"/>
            <p:nvPr/>
          </p:nvSpPr>
          <p:spPr>
            <a:xfrm>
              <a:off x="4248912" y="1670304"/>
              <a:ext cx="26321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L" sz="1200" dirty="0"/>
                <a:t>7</a:t>
              </a:r>
            </a:p>
          </p:txBody>
        </p:sp>
        <p:sp>
          <p:nvSpPr>
            <p:cNvPr id="1026" name="TextBox 1025">
              <a:extLst>
                <a:ext uri="{FF2B5EF4-FFF2-40B4-BE49-F238E27FC236}">
                  <a16:creationId xmlns:a16="http://schemas.microsoft.com/office/drawing/2014/main" id="{57DB1E84-6BD2-AE0E-B35C-7B87A123CA3B}"/>
                </a:ext>
              </a:extLst>
            </p:cNvPr>
            <p:cNvSpPr txBox="1"/>
            <p:nvPr/>
          </p:nvSpPr>
          <p:spPr>
            <a:xfrm>
              <a:off x="4846320" y="2252841"/>
              <a:ext cx="26321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L" sz="1200" dirty="0"/>
                <a:t>6</a:t>
              </a:r>
            </a:p>
          </p:txBody>
        </p:sp>
        <p:sp>
          <p:nvSpPr>
            <p:cNvPr id="1027" name="TextBox 1026">
              <a:extLst>
                <a:ext uri="{FF2B5EF4-FFF2-40B4-BE49-F238E27FC236}">
                  <a16:creationId xmlns:a16="http://schemas.microsoft.com/office/drawing/2014/main" id="{B1B87B40-3851-2DA7-249D-B938C376FF1C}"/>
                </a:ext>
              </a:extLst>
            </p:cNvPr>
            <p:cNvSpPr txBox="1"/>
            <p:nvPr/>
          </p:nvSpPr>
          <p:spPr>
            <a:xfrm>
              <a:off x="4255008" y="2240649"/>
              <a:ext cx="26321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L" sz="1200" dirty="0"/>
                <a:t>4</a:t>
              </a:r>
            </a:p>
          </p:txBody>
        </p:sp>
        <p:sp>
          <p:nvSpPr>
            <p:cNvPr id="1028" name="TextBox 1027">
              <a:extLst>
                <a:ext uri="{FF2B5EF4-FFF2-40B4-BE49-F238E27FC236}">
                  <a16:creationId xmlns:a16="http://schemas.microsoft.com/office/drawing/2014/main" id="{6522BC9C-E641-38D2-725E-6B8F9CEAD699}"/>
                </a:ext>
              </a:extLst>
            </p:cNvPr>
            <p:cNvSpPr txBox="1"/>
            <p:nvPr/>
          </p:nvSpPr>
          <p:spPr>
            <a:xfrm>
              <a:off x="4846320" y="1676400"/>
              <a:ext cx="26321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L" sz="1200" dirty="0"/>
                <a:t>5</a:t>
              </a:r>
            </a:p>
          </p:txBody>
        </p:sp>
      </p:grpSp>
      <p:grpSp>
        <p:nvGrpSpPr>
          <p:cNvPr id="1029" name="Group 1028">
            <a:extLst>
              <a:ext uri="{FF2B5EF4-FFF2-40B4-BE49-F238E27FC236}">
                <a16:creationId xmlns:a16="http://schemas.microsoft.com/office/drawing/2014/main" id="{2CF80AAC-1253-E150-EAC9-32203AADED9F}"/>
              </a:ext>
            </a:extLst>
          </p:cNvPr>
          <p:cNvGrpSpPr/>
          <p:nvPr/>
        </p:nvGrpSpPr>
        <p:grpSpPr>
          <a:xfrm>
            <a:off x="5789527" y="-768432"/>
            <a:ext cx="860622" cy="859536"/>
            <a:chOff x="4248912" y="1670304"/>
            <a:chExt cx="860622" cy="859536"/>
          </a:xfrm>
        </p:grpSpPr>
        <p:sp>
          <p:nvSpPr>
            <p:cNvPr id="1030" name="Rectangle 1029">
              <a:extLst>
                <a:ext uri="{FF2B5EF4-FFF2-40B4-BE49-F238E27FC236}">
                  <a16:creationId xmlns:a16="http://schemas.microsoft.com/office/drawing/2014/main" id="{D4F157F1-265E-0E6E-33CD-4E8B67F54186}"/>
                </a:ext>
              </a:extLst>
            </p:cNvPr>
            <p:cNvSpPr/>
            <p:nvPr/>
          </p:nvSpPr>
          <p:spPr>
            <a:xfrm>
              <a:off x="4297680" y="1719072"/>
              <a:ext cx="780288" cy="780288"/>
            </a:xfrm>
            <a:prstGeom prst="rect">
              <a:avLst/>
            </a:prstGeom>
            <a:solidFill>
              <a:schemeClr val="accent1">
                <a:alpha val="45623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/>
            </a:p>
          </p:txBody>
        </p:sp>
        <p:sp>
          <p:nvSpPr>
            <p:cNvPr id="1031" name="TextBox 1030">
              <a:extLst>
                <a:ext uri="{FF2B5EF4-FFF2-40B4-BE49-F238E27FC236}">
                  <a16:creationId xmlns:a16="http://schemas.microsoft.com/office/drawing/2014/main" id="{41AEC401-73C6-31A4-F7B0-366C76875E14}"/>
                </a:ext>
              </a:extLst>
            </p:cNvPr>
            <p:cNvSpPr txBox="1"/>
            <p:nvPr/>
          </p:nvSpPr>
          <p:spPr>
            <a:xfrm>
              <a:off x="4248912" y="1670304"/>
              <a:ext cx="26321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L" sz="1200" dirty="0"/>
                <a:t>1</a:t>
              </a:r>
            </a:p>
          </p:txBody>
        </p:sp>
        <p:sp>
          <p:nvSpPr>
            <p:cNvPr id="1032" name="TextBox 1031">
              <a:extLst>
                <a:ext uri="{FF2B5EF4-FFF2-40B4-BE49-F238E27FC236}">
                  <a16:creationId xmlns:a16="http://schemas.microsoft.com/office/drawing/2014/main" id="{F4340A59-F502-981D-C598-DCD3AA0E1E1D}"/>
                </a:ext>
              </a:extLst>
            </p:cNvPr>
            <p:cNvSpPr txBox="1"/>
            <p:nvPr/>
          </p:nvSpPr>
          <p:spPr>
            <a:xfrm>
              <a:off x="4846320" y="2252841"/>
              <a:ext cx="26321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L" sz="1200" dirty="0"/>
                <a:t>2</a:t>
              </a:r>
            </a:p>
          </p:txBody>
        </p:sp>
        <p:sp>
          <p:nvSpPr>
            <p:cNvPr id="1033" name="TextBox 1032">
              <a:extLst>
                <a:ext uri="{FF2B5EF4-FFF2-40B4-BE49-F238E27FC236}">
                  <a16:creationId xmlns:a16="http://schemas.microsoft.com/office/drawing/2014/main" id="{0789E3E0-C18B-0DF0-2C32-CB89EB6C59AC}"/>
                </a:ext>
              </a:extLst>
            </p:cNvPr>
            <p:cNvSpPr txBox="1"/>
            <p:nvPr/>
          </p:nvSpPr>
          <p:spPr>
            <a:xfrm>
              <a:off x="4255008" y="2240649"/>
              <a:ext cx="26321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L" sz="1200" dirty="0"/>
                <a:t>4</a:t>
              </a:r>
            </a:p>
          </p:txBody>
        </p:sp>
        <p:sp>
          <p:nvSpPr>
            <p:cNvPr id="1034" name="TextBox 1033">
              <a:extLst>
                <a:ext uri="{FF2B5EF4-FFF2-40B4-BE49-F238E27FC236}">
                  <a16:creationId xmlns:a16="http://schemas.microsoft.com/office/drawing/2014/main" id="{871D9127-DEE9-E0B3-9810-5E46FC456F91}"/>
                </a:ext>
              </a:extLst>
            </p:cNvPr>
            <p:cNvSpPr txBox="1"/>
            <p:nvPr/>
          </p:nvSpPr>
          <p:spPr>
            <a:xfrm>
              <a:off x="4846320" y="1676400"/>
              <a:ext cx="26321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L" sz="1200" dirty="0"/>
                <a:t>3</a:t>
              </a:r>
            </a:p>
          </p:txBody>
        </p:sp>
      </p:grpSp>
      <p:grpSp>
        <p:nvGrpSpPr>
          <p:cNvPr id="1035" name="Group 1034">
            <a:extLst>
              <a:ext uri="{FF2B5EF4-FFF2-40B4-BE49-F238E27FC236}">
                <a16:creationId xmlns:a16="http://schemas.microsoft.com/office/drawing/2014/main" id="{90ECBA14-3087-016E-CF66-155E3CD103BD}"/>
              </a:ext>
            </a:extLst>
          </p:cNvPr>
          <p:cNvGrpSpPr/>
          <p:nvPr/>
        </p:nvGrpSpPr>
        <p:grpSpPr>
          <a:xfrm>
            <a:off x="4225195" y="11443"/>
            <a:ext cx="860622" cy="859536"/>
            <a:chOff x="4248912" y="1670304"/>
            <a:chExt cx="860622" cy="859536"/>
          </a:xfrm>
        </p:grpSpPr>
        <p:sp>
          <p:nvSpPr>
            <p:cNvPr id="1036" name="Rectangle 1035">
              <a:extLst>
                <a:ext uri="{FF2B5EF4-FFF2-40B4-BE49-F238E27FC236}">
                  <a16:creationId xmlns:a16="http://schemas.microsoft.com/office/drawing/2014/main" id="{500BC8C4-0FE0-96A8-3773-091B8C42322C}"/>
                </a:ext>
              </a:extLst>
            </p:cNvPr>
            <p:cNvSpPr/>
            <p:nvPr/>
          </p:nvSpPr>
          <p:spPr>
            <a:xfrm>
              <a:off x="4297680" y="1719072"/>
              <a:ext cx="780288" cy="780288"/>
            </a:xfrm>
            <a:prstGeom prst="rect">
              <a:avLst/>
            </a:prstGeom>
            <a:solidFill>
              <a:srgbClr val="FF0000">
                <a:alpha val="45623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/>
            </a:p>
          </p:txBody>
        </p:sp>
        <p:sp>
          <p:nvSpPr>
            <p:cNvPr id="1037" name="TextBox 1036">
              <a:extLst>
                <a:ext uri="{FF2B5EF4-FFF2-40B4-BE49-F238E27FC236}">
                  <a16:creationId xmlns:a16="http://schemas.microsoft.com/office/drawing/2014/main" id="{5FC394EB-700A-638B-41AF-D6C0ABB85B12}"/>
                </a:ext>
              </a:extLst>
            </p:cNvPr>
            <p:cNvSpPr txBox="1"/>
            <p:nvPr/>
          </p:nvSpPr>
          <p:spPr>
            <a:xfrm>
              <a:off x="4248912" y="1670304"/>
              <a:ext cx="26321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L" sz="1200" dirty="0"/>
                <a:t>7</a:t>
              </a:r>
            </a:p>
          </p:txBody>
        </p:sp>
        <p:sp>
          <p:nvSpPr>
            <p:cNvPr id="1038" name="TextBox 1037">
              <a:extLst>
                <a:ext uri="{FF2B5EF4-FFF2-40B4-BE49-F238E27FC236}">
                  <a16:creationId xmlns:a16="http://schemas.microsoft.com/office/drawing/2014/main" id="{AA89DC42-DD7D-B787-EF4B-A94A0D935740}"/>
                </a:ext>
              </a:extLst>
            </p:cNvPr>
            <p:cNvSpPr txBox="1"/>
            <p:nvPr/>
          </p:nvSpPr>
          <p:spPr>
            <a:xfrm>
              <a:off x="4846320" y="2252841"/>
              <a:ext cx="26321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L" sz="1200" dirty="0"/>
                <a:t>6</a:t>
              </a:r>
            </a:p>
          </p:txBody>
        </p:sp>
        <p:sp>
          <p:nvSpPr>
            <p:cNvPr id="1039" name="TextBox 1038">
              <a:extLst>
                <a:ext uri="{FF2B5EF4-FFF2-40B4-BE49-F238E27FC236}">
                  <a16:creationId xmlns:a16="http://schemas.microsoft.com/office/drawing/2014/main" id="{52B21D46-8C47-6F5F-91B7-617228061B75}"/>
                </a:ext>
              </a:extLst>
            </p:cNvPr>
            <p:cNvSpPr txBox="1"/>
            <p:nvPr/>
          </p:nvSpPr>
          <p:spPr>
            <a:xfrm>
              <a:off x="4255008" y="2240649"/>
              <a:ext cx="26321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L" sz="1200" dirty="0"/>
                <a:t>4</a:t>
              </a:r>
            </a:p>
          </p:txBody>
        </p:sp>
        <p:sp>
          <p:nvSpPr>
            <p:cNvPr id="1040" name="TextBox 1039">
              <a:extLst>
                <a:ext uri="{FF2B5EF4-FFF2-40B4-BE49-F238E27FC236}">
                  <a16:creationId xmlns:a16="http://schemas.microsoft.com/office/drawing/2014/main" id="{8DB2D62A-E4CA-03CF-FF42-713692D388E5}"/>
                </a:ext>
              </a:extLst>
            </p:cNvPr>
            <p:cNvSpPr txBox="1"/>
            <p:nvPr/>
          </p:nvSpPr>
          <p:spPr>
            <a:xfrm>
              <a:off x="4846320" y="1676400"/>
              <a:ext cx="26321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L" sz="1200" dirty="0"/>
                <a:t>5</a:t>
              </a:r>
            </a:p>
          </p:txBody>
        </p:sp>
      </p:grpSp>
      <p:grpSp>
        <p:nvGrpSpPr>
          <p:cNvPr id="1041" name="Group 1040">
            <a:extLst>
              <a:ext uri="{FF2B5EF4-FFF2-40B4-BE49-F238E27FC236}">
                <a16:creationId xmlns:a16="http://schemas.microsoft.com/office/drawing/2014/main" id="{2365B5B7-1AA7-3450-84AA-051971B11D1B}"/>
              </a:ext>
            </a:extLst>
          </p:cNvPr>
          <p:cNvGrpSpPr/>
          <p:nvPr/>
        </p:nvGrpSpPr>
        <p:grpSpPr>
          <a:xfrm>
            <a:off x="5008656" y="11443"/>
            <a:ext cx="860622" cy="859536"/>
            <a:chOff x="4248912" y="1670304"/>
            <a:chExt cx="860622" cy="859536"/>
          </a:xfrm>
        </p:grpSpPr>
        <p:sp>
          <p:nvSpPr>
            <p:cNvPr id="1042" name="Rectangle 1041">
              <a:extLst>
                <a:ext uri="{FF2B5EF4-FFF2-40B4-BE49-F238E27FC236}">
                  <a16:creationId xmlns:a16="http://schemas.microsoft.com/office/drawing/2014/main" id="{0CFF4426-62CA-3941-60D0-CEB08D6736CD}"/>
                </a:ext>
              </a:extLst>
            </p:cNvPr>
            <p:cNvSpPr/>
            <p:nvPr/>
          </p:nvSpPr>
          <p:spPr>
            <a:xfrm>
              <a:off x="4297680" y="1719072"/>
              <a:ext cx="780288" cy="780288"/>
            </a:xfrm>
            <a:prstGeom prst="rect">
              <a:avLst/>
            </a:prstGeom>
            <a:solidFill>
              <a:schemeClr val="accent1">
                <a:alpha val="45623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/>
            </a:p>
          </p:txBody>
        </p:sp>
        <p:sp>
          <p:nvSpPr>
            <p:cNvPr id="1043" name="TextBox 1042">
              <a:extLst>
                <a:ext uri="{FF2B5EF4-FFF2-40B4-BE49-F238E27FC236}">
                  <a16:creationId xmlns:a16="http://schemas.microsoft.com/office/drawing/2014/main" id="{11A7BDE1-B1C4-327F-59DF-C00AE686A875}"/>
                </a:ext>
              </a:extLst>
            </p:cNvPr>
            <p:cNvSpPr txBox="1"/>
            <p:nvPr/>
          </p:nvSpPr>
          <p:spPr>
            <a:xfrm>
              <a:off x="4248912" y="1670304"/>
              <a:ext cx="26321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L" sz="1200" dirty="0"/>
                <a:t>1</a:t>
              </a:r>
            </a:p>
          </p:txBody>
        </p:sp>
        <p:sp>
          <p:nvSpPr>
            <p:cNvPr id="1044" name="TextBox 1043">
              <a:extLst>
                <a:ext uri="{FF2B5EF4-FFF2-40B4-BE49-F238E27FC236}">
                  <a16:creationId xmlns:a16="http://schemas.microsoft.com/office/drawing/2014/main" id="{75C16319-9C92-532B-287E-E5624CC99164}"/>
                </a:ext>
              </a:extLst>
            </p:cNvPr>
            <p:cNvSpPr txBox="1"/>
            <p:nvPr/>
          </p:nvSpPr>
          <p:spPr>
            <a:xfrm>
              <a:off x="4846320" y="2252841"/>
              <a:ext cx="26321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L" sz="1200" dirty="0"/>
                <a:t>2</a:t>
              </a:r>
            </a:p>
          </p:txBody>
        </p:sp>
        <p:sp>
          <p:nvSpPr>
            <p:cNvPr id="1045" name="TextBox 1044">
              <a:extLst>
                <a:ext uri="{FF2B5EF4-FFF2-40B4-BE49-F238E27FC236}">
                  <a16:creationId xmlns:a16="http://schemas.microsoft.com/office/drawing/2014/main" id="{82CB646B-A086-B75E-0B87-9DF356138BD4}"/>
                </a:ext>
              </a:extLst>
            </p:cNvPr>
            <p:cNvSpPr txBox="1"/>
            <p:nvPr/>
          </p:nvSpPr>
          <p:spPr>
            <a:xfrm>
              <a:off x="4255008" y="2240649"/>
              <a:ext cx="26321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L" sz="1200" dirty="0"/>
                <a:t>4</a:t>
              </a:r>
            </a:p>
          </p:txBody>
        </p:sp>
        <p:sp>
          <p:nvSpPr>
            <p:cNvPr id="1046" name="TextBox 1045">
              <a:extLst>
                <a:ext uri="{FF2B5EF4-FFF2-40B4-BE49-F238E27FC236}">
                  <a16:creationId xmlns:a16="http://schemas.microsoft.com/office/drawing/2014/main" id="{ECD7AF75-899B-1166-9282-AB75A613AFD7}"/>
                </a:ext>
              </a:extLst>
            </p:cNvPr>
            <p:cNvSpPr txBox="1"/>
            <p:nvPr/>
          </p:nvSpPr>
          <p:spPr>
            <a:xfrm>
              <a:off x="4846320" y="1676400"/>
              <a:ext cx="26321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L" sz="1200" dirty="0"/>
                <a:t>3</a:t>
              </a:r>
            </a:p>
          </p:txBody>
        </p:sp>
      </p:grpSp>
      <p:grpSp>
        <p:nvGrpSpPr>
          <p:cNvPr id="1047" name="Group 1046">
            <a:extLst>
              <a:ext uri="{FF2B5EF4-FFF2-40B4-BE49-F238E27FC236}">
                <a16:creationId xmlns:a16="http://schemas.microsoft.com/office/drawing/2014/main" id="{A27D7EF4-0AB5-3F37-F4BA-75E63A9275E4}"/>
              </a:ext>
            </a:extLst>
          </p:cNvPr>
          <p:cNvGrpSpPr/>
          <p:nvPr/>
        </p:nvGrpSpPr>
        <p:grpSpPr>
          <a:xfrm>
            <a:off x="5792117" y="10357"/>
            <a:ext cx="860622" cy="859536"/>
            <a:chOff x="4248912" y="1670304"/>
            <a:chExt cx="860622" cy="859536"/>
          </a:xfrm>
        </p:grpSpPr>
        <p:sp>
          <p:nvSpPr>
            <p:cNvPr id="1048" name="Rectangle 1047">
              <a:extLst>
                <a:ext uri="{FF2B5EF4-FFF2-40B4-BE49-F238E27FC236}">
                  <a16:creationId xmlns:a16="http://schemas.microsoft.com/office/drawing/2014/main" id="{DE651774-BA8C-3A0F-0EEA-69D9E14E82D1}"/>
                </a:ext>
              </a:extLst>
            </p:cNvPr>
            <p:cNvSpPr/>
            <p:nvPr/>
          </p:nvSpPr>
          <p:spPr>
            <a:xfrm>
              <a:off x="4297680" y="1719072"/>
              <a:ext cx="780288" cy="780288"/>
            </a:xfrm>
            <a:prstGeom prst="rect">
              <a:avLst/>
            </a:prstGeom>
            <a:solidFill>
              <a:srgbClr val="FF0000">
                <a:alpha val="45623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/>
            </a:p>
          </p:txBody>
        </p:sp>
        <p:sp>
          <p:nvSpPr>
            <p:cNvPr id="1049" name="TextBox 1048">
              <a:extLst>
                <a:ext uri="{FF2B5EF4-FFF2-40B4-BE49-F238E27FC236}">
                  <a16:creationId xmlns:a16="http://schemas.microsoft.com/office/drawing/2014/main" id="{61561B3C-8158-DFAC-F869-9EAA3DA89379}"/>
                </a:ext>
              </a:extLst>
            </p:cNvPr>
            <p:cNvSpPr txBox="1"/>
            <p:nvPr/>
          </p:nvSpPr>
          <p:spPr>
            <a:xfrm>
              <a:off x="4248912" y="1670304"/>
              <a:ext cx="26321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L" sz="1200" dirty="0"/>
                <a:t>7</a:t>
              </a:r>
            </a:p>
          </p:txBody>
        </p:sp>
        <p:sp>
          <p:nvSpPr>
            <p:cNvPr id="1050" name="TextBox 1049">
              <a:extLst>
                <a:ext uri="{FF2B5EF4-FFF2-40B4-BE49-F238E27FC236}">
                  <a16:creationId xmlns:a16="http://schemas.microsoft.com/office/drawing/2014/main" id="{7C559844-8A45-7C51-2E5D-DAB4CC6E2EDE}"/>
                </a:ext>
              </a:extLst>
            </p:cNvPr>
            <p:cNvSpPr txBox="1"/>
            <p:nvPr/>
          </p:nvSpPr>
          <p:spPr>
            <a:xfrm>
              <a:off x="4846320" y="2252841"/>
              <a:ext cx="26321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L" sz="1200" dirty="0"/>
                <a:t>6</a:t>
              </a:r>
            </a:p>
          </p:txBody>
        </p:sp>
        <p:sp>
          <p:nvSpPr>
            <p:cNvPr id="1051" name="TextBox 1050">
              <a:extLst>
                <a:ext uri="{FF2B5EF4-FFF2-40B4-BE49-F238E27FC236}">
                  <a16:creationId xmlns:a16="http://schemas.microsoft.com/office/drawing/2014/main" id="{FE7B821F-C8FB-8ACF-114B-36BEC4D4CB4E}"/>
                </a:ext>
              </a:extLst>
            </p:cNvPr>
            <p:cNvSpPr txBox="1"/>
            <p:nvPr/>
          </p:nvSpPr>
          <p:spPr>
            <a:xfrm>
              <a:off x="4255008" y="2240649"/>
              <a:ext cx="26321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L" sz="1200" dirty="0"/>
                <a:t>4</a:t>
              </a:r>
            </a:p>
          </p:txBody>
        </p:sp>
        <p:sp>
          <p:nvSpPr>
            <p:cNvPr id="1052" name="TextBox 1051">
              <a:extLst>
                <a:ext uri="{FF2B5EF4-FFF2-40B4-BE49-F238E27FC236}">
                  <a16:creationId xmlns:a16="http://schemas.microsoft.com/office/drawing/2014/main" id="{32284C85-0161-FBCE-8304-EE0215127A7E}"/>
                </a:ext>
              </a:extLst>
            </p:cNvPr>
            <p:cNvSpPr txBox="1"/>
            <p:nvPr/>
          </p:nvSpPr>
          <p:spPr>
            <a:xfrm>
              <a:off x="4846320" y="1676400"/>
              <a:ext cx="26321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L" sz="1200" dirty="0"/>
                <a:t>5</a:t>
              </a:r>
            </a:p>
          </p:txBody>
        </p:sp>
      </p:grpSp>
      <p:grpSp>
        <p:nvGrpSpPr>
          <p:cNvPr id="1053" name="Group 1052">
            <a:extLst>
              <a:ext uri="{FF2B5EF4-FFF2-40B4-BE49-F238E27FC236}">
                <a16:creationId xmlns:a16="http://schemas.microsoft.com/office/drawing/2014/main" id="{6A323F78-C4CA-580B-4685-649B7B96589D}"/>
              </a:ext>
            </a:extLst>
          </p:cNvPr>
          <p:cNvGrpSpPr/>
          <p:nvPr/>
        </p:nvGrpSpPr>
        <p:grpSpPr>
          <a:xfrm>
            <a:off x="4225028" y="782382"/>
            <a:ext cx="860622" cy="859536"/>
            <a:chOff x="4248912" y="1670304"/>
            <a:chExt cx="860622" cy="859536"/>
          </a:xfrm>
        </p:grpSpPr>
        <p:sp>
          <p:nvSpPr>
            <p:cNvPr id="1054" name="Rectangle 1053">
              <a:extLst>
                <a:ext uri="{FF2B5EF4-FFF2-40B4-BE49-F238E27FC236}">
                  <a16:creationId xmlns:a16="http://schemas.microsoft.com/office/drawing/2014/main" id="{5352B3C9-1454-1BF7-F0A9-FDA0A9198575}"/>
                </a:ext>
              </a:extLst>
            </p:cNvPr>
            <p:cNvSpPr/>
            <p:nvPr/>
          </p:nvSpPr>
          <p:spPr>
            <a:xfrm>
              <a:off x="4297680" y="1719072"/>
              <a:ext cx="780288" cy="780288"/>
            </a:xfrm>
            <a:prstGeom prst="rect">
              <a:avLst/>
            </a:prstGeom>
            <a:solidFill>
              <a:schemeClr val="accent1">
                <a:alpha val="45623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/>
            </a:p>
          </p:txBody>
        </p:sp>
        <p:sp>
          <p:nvSpPr>
            <p:cNvPr id="1055" name="TextBox 1054">
              <a:extLst>
                <a:ext uri="{FF2B5EF4-FFF2-40B4-BE49-F238E27FC236}">
                  <a16:creationId xmlns:a16="http://schemas.microsoft.com/office/drawing/2014/main" id="{07C5C03A-90FA-F113-4290-3B5BB79FC641}"/>
                </a:ext>
              </a:extLst>
            </p:cNvPr>
            <p:cNvSpPr txBox="1"/>
            <p:nvPr/>
          </p:nvSpPr>
          <p:spPr>
            <a:xfrm>
              <a:off x="4248912" y="1670304"/>
              <a:ext cx="26321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L" sz="1200" dirty="0"/>
                <a:t>1</a:t>
              </a:r>
            </a:p>
          </p:txBody>
        </p:sp>
        <p:sp>
          <p:nvSpPr>
            <p:cNvPr id="1056" name="TextBox 1055">
              <a:extLst>
                <a:ext uri="{FF2B5EF4-FFF2-40B4-BE49-F238E27FC236}">
                  <a16:creationId xmlns:a16="http://schemas.microsoft.com/office/drawing/2014/main" id="{6B75228D-3FFD-67B0-1F93-F5BF57FD33F8}"/>
                </a:ext>
              </a:extLst>
            </p:cNvPr>
            <p:cNvSpPr txBox="1"/>
            <p:nvPr/>
          </p:nvSpPr>
          <p:spPr>
            <a:xfrm>
              <a:off x="4846320" y="2252841"/>
              <a:ext cx="26321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L" sz="1200" dirty="0"/>
                <a:t>2</a:t>
              </a:r>
            </a:p>
          </p:txBody>
        </p:sp>
        <p:sp>
          <p:nvSpPr>
            <p:cNvPr id="1057" name="TextBox 1056">
              <a:extLst>
                <a:ext uri="{FF2B5EF4-FFF2-40B4-BE49-F238E27FC236}">
                  <a16:creationId xmlns:a16="http://schemas.microsoft.com/office/drawing/2014/main" id="{7B172ACC-43EA-74C5-6E7B-5CD53AC8157B}"/>
                </a:ext>
              </a:extLst>
            </p:cNvPr>
            <p:cNvSpPr txBox="1"/>
            <p:nvPr/>
          </p:nvSpPr>
          <p:spPr>
            <a:xfrm>
              <a:off x="4255008" y="2240649"/>
              <a:ext cx="26321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L" sz="1200" dirty="0"/>
                <a:t>4</a:t>
              </a:r>
            </a:p>
          </p:txBody>
        </p:sp>
        <p:sp>
          <p:nvSpPr>
            <p:cNvPr id="1058" name="TextBox 1057">
              <a:extLst>
                <a:ext uri="{FF2B5EF4-FFF2-40B4-BE49-F238E27FC236}">
                  <a16:creationId xmlns:a16="http://schemas.microsoft.com/office/drawing/2014/main" id="{4086DBF9-FEAA-589C-9635-618E47CCEB48}"/>
                </a:ext>
              </a:extLst>
            </p:cNvPr>
            <p:cNvSpPr txBox="1"/>
            <p:nvPr/>
          </p:nvSpPr>
          <p:spPr>
            <a:xfrm>
              <a:off x="4846320" y="1676400"/>
              <a:ext cx="26321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L" sz="1200" dirty="0"/>
                <a:t>3</a:t>
              </a:r>
            </a:p>
          </p:txBody>
        </p:sp>
      </p:grpSp>
      <p:grpSp>
        <p:nvGrpSpPr>
          <p:cNvPr id="1059" name="Group 1058">
            <a:extLst>
              <a:ext uri="{FF2B5EF4-FFF2-40B4-BE49-F238E27FC236}">
                <a16:creationId xmlns:a16="http://schemas.microsoft.com/office/drawing/2014/main" id="{EC3B8103-CF6C-B87A-3A00-B36F2875D1C4}"/>
              </a:ext>
            </a:extLst>
          </p:cNvPr>
          <p:cNvGrpSpPr/>
          <p:nvPr/>
        </p:nvGrpSpPr>
        <p:grpSpPr>
          <a:xfrm>
            <a:off x="5008489" y="787559"/>
            <a:ext cx="860622" cy="859536"/>
            <a:chOff x="4248912" y="1670304"/>
            <a:chExt cx="860622" cy="859536"/>
          </a:xfrm>
        </p:grpSpPr>
        <p:sp>
          <p:nvSpPr>
            <p:cNvPr id="1060" name="Rectangle 1059">
              <a:extLst>
                <a:ext uri="{FF2B5EF4-FFF2-40B4-BE49-F238E27FC236}">
                  <a16:creationId xmlns:a16="http://schemas.microsoft.com/office/drawing/2014/main" id="{C82DC821-5069-65C7-5AE2-980D69459C49}"/>
                </a:ext>
              </a:extLst>
            </p:cNvPr>
            <p:cNvSpPr/>
            <p:nvPr/>
          </p:nvSpPr>
          <p:spPr>
            <a:xfrm>
              <a:off x="4297680" y="1719072"/>
              <a:ext cx="780288" cy="780288"/>
            </a:xfrm>
            <a:prstGeom prst="rect">
              <a:avLst/>
            </a:prstGeom>
            <a:solidFill>
              <a:srgbClr val="FF0000">
                <a:alpha val="45623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/>
            </a:p>
          </p:txBody>
        </p:sp>
        <p:sp>
          <p:nvSpPr>
            <p:cNvPr id="1061" name="TextBox 1060">
              <a:extLst>
                <a:ext uri="{FF2B5EF4-FFF2-40B4-BE49-F238E27FC236}">
                  <a16:creationId xmlns:a16="http://schemas.microsoft.com/office/drawing/2014/main" id="{46322C35-0F85-89B8-DCEB-8A06C1BBC394}"/>
                </a:ext>
              </a:extLst>
            </p:cNvPr>
            <p:cNvSpPr txBox="1"/>
            <p:nvPr/>
          </p:nvSpPr>
          <p:spPr>
            <a:xfrm>
              <a:off x="4248912" y="1670304"/>
              <a:ext cx="26321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L" sz="1200" dirty="0"/>
                <a:t>7</a:t>
              </a:r>
            </a:p>
          </p:txBody>
        </p:sp>
        <p:sp>
          <p:nvSpPr>
            <p:cNvPr id="1062" name="TextBox 1061">
              <a:extLst>
                <a:ext uri="{FF2B5EF4-FFF2-40B4-BE49-F238E27FC236}">
                  <a16:creationId xmlns:a16="http://schemas.microsoft.com/office/drawing/2014/main" id="{11962A59-F331-F581-B469-BC82DDD8D18F}"/>
                </a:ext>
              </a:extLst>
            </p:cNvPr>
            <p:cNvSpPr txBox="1"/>
            <p:nvPr/>
          </p:nvSpPr>
          <p:spPr>
            <a:xfrm>
              <a:off x="4846320" y="2252841"/>
              <a:ext cx="26321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L" sz="1200" dirty="0"/>
                <a:t>6</a:t>
              </a:r>
            </a:p>
          </p:txBody>
        </p:sp>
        <p:sp>
          <p:nvSpPr>
            <p:cNvPr id="1063" name="TextBox 1062">
              <a:extLst>
                <a:ext uri="{FF2B5EF4-FFF2-40B4-BE49-F238E27FC236}">
                  <a16:creationId xmlns:a16="http://schemas.microsoft.com/office/drawing/2014/main" id="{90825464-BA47-AF59-EBF7-2A66E398D526}"/>
                </a:ext>
              </a:extLst>
            </p:cNvPr>
            <p:cNvSpPr txBox="1"/>
            <p:nvPr/>
          </p:nvSpPr>
          <p:spPr>
            <a:xfrm>
              <a:off x="4255008" y="2240649"/>
              <a:ext cx="26321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L" sz="1200" dirty="0"/>
                <a:t>4</a:t>
              </a:r>
            </a:p>
          </p:txBody>
        </p:sp>
        <p:sp>
          <p:nvSpPr>
            <p:cNvPr id="1064" name="TextBox 1063">
              <a:extLst>
                <a:ext uri="{FF2B5EF4-FFF2-40B4-BE49-F238E27FC236}">
                  <a16:creationId xmlns:a16="http://schemas.microsoft.com/office/drawing/2014/main" id="{2167B4E6-94C4-DE3F-9092-FE51BFF8A0DF}"/>
                </a:ext>
              </a:extLst>
            </p:cNvPr>
            <p:cNvSpPr txBox="1"/>
            <p:nvPr/>
          </p:nvSpPr>
          <p:spPr>
            <a:xfrm>
              <a:off x="4846320" y="1676400"/>
              <a:ext cx="26321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L" sz="1200" dirty="0"/>
                <a:t>5</a:t>
              </a:r>
            </a:p>
          </p:txBody>
        </p:sp>
      </p:grpSp>
      <p:grpSp>
        <p:nvGrpSpPr>
          <p:cNvPr id="1065" name="Group 1064">
            <a:extLst>
              <a:ext uri="{FF2B5EF4-FFF2-40B4-BE49-F238E27FC236}">
                <a16:creationId xmlns:a16="http://schemas.microsoft.com/office/drawing/2014/main" id="{63D335AE-57AF-1304-A6EC-585C69553C56}"/>
              </a:ext>
            </a:extLst>
          </p:cNvPr>
          <p:cNvGrpSpPr/>
          <p:nvPr/>
        </p:nvGrpSpPr>
        <p:grpSpPr>
          <a:xfrm>
            <a:off x="5791950" y="787559"/>
            <a:ext cx="860622" cy="859536"/>
            <a:chOff x="4248912" y="1670304"/>
            <a:chExt cx="860622" cy="859536"/>
          </a:xfrm>
        </p:grpSpPr>
        <p:sp>
          <p:nvSpPr>
            <p:cNvPr id="1066" name="Rectangle 1065">
              <a:extLst>
                <a:ext uri="{FF2B5EF4-FFF2-40B4-BE49-F238E27FC236}">
                  <a16:creationId xmlns:a16="http://schemas.microsoft.com/office/drawing/2014/main" id="{00C81A87-E0D3-FE78-9C4A-0014D858B9BA}"/>
                </a:ext>
              </a:extLst>
            </p:cNvPr>
            <p:cNvSpPr/>
            <p:nvPr/>
          </p:nvSpPr>
          <p:spPr>
            <a:xfrm>
              <a:off x="4297680" y="1719072"/>
              <a:ext cx="780288" cy="780288"/>
            </a:xfrm>
            <a:prstGeom prst="rect">
              <a:avLst/>
            </a:prstGeom>
            <a:solidFill>
              <a:schemeClr val="accent1">
                <a:alpha val="45623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/>
            </a:p>
          </p:txBody>
        </p:sp>
        <p:sp>
          <p:nvSpPr>
            <p:cNvPr id="1067" name="TextBox 1066">
              <a:extLst>
                <a:ext uri="{FF2B5EF4-FFF2-40B4-BE49-F238E27FC236}">
                  <a16:creationId xmlns:a16="http://schemas.microsoft.com/office/drawing/2014/main" id="{DFB9D783-28A5-BC1E-A425-8DDD261EC90D}"/>
                </a:ext>
              </a:extLst>
            </p:cNvPr>
            <p:cNvSpPr txBox="1"/>
            <p:nvPr/>
          </p:nvSpPr>
          <p:spPr>
            <a:xfrm>
              <a:off x="4248912" y="1670304"/>
              <a:ext cx="26321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L" sz="1200" dirty="0"/>
                <a:t>1</a:t>
              </a:r>
            </a:p>
          </p:txBody>
        </p:sp>
        <p:sp>
          <p:nvSpPr>
            <p:cNvPr id="1068" name="TextBox 1067">
              <a:extLst>
                <a:ext uri="{FF2B5EF4-FFF2-40B4-BE49-F238E27FC236}">
                  <a16:creationId xmlns:a16="http://schemas.microsoft.com/office/drawing/2014/main" id="{4E8D2D4E-59D9-64A9-8B16-C3A0DE7EF448}"/>
                </a:ext>
              </a:extLst>
            </p:cNvPr>
            <p:cNvSpPr txBox="1"/>
            <p:nvPr/>
          </p:nvSpPr>
          <p:spPr>
            <a:xfrm>
              <a:off x="4846320" y="2252841"/>
              <a:ext cx="26321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L" sz="1200" dirty="0"/>
                <a:t>2</a:t>
              </a:r>
            </a:p>
          </p:txBody>
        </p:sp>
        <p:sp>
          <p:nvSpPr>
            <p:cNvPr id="1069" name="TextBox 1068">
              <a:extLst>
                <a:ext uri="{FF2B5EF4-FFF2-40B4-BE49-F238E27FC236}">
                  <a16:creationId xmlns:a16="http://schemas.microsoft.com/office/drawing/2014/main" id="{408BC9F4-B4E5-06BD-0EFC-08574DB13690}"/>
                </a:ext>
              </a:extLst>
            </p:cNvPr>
            <p:cNvSpPr txBox="1"/>
            <p:nvPr/>
          </p:nvSpPr>
          <p:spPr>
            <a:xfrm>
              <a:off x="4255008" y="2240649"/>
              <a:ext cx="26321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L" sz="1200" dirty="0"/>
                <a:t>4</a:t>
              </a:r>
            </a:p>
          </p:txBody>
        </p:sp>
        <p:sp>
          <p:nvSpPr>
            <p:cNvPr id="1070" name="TextBox 1069">
              <a:extLst>
                <a:ext uri="{FF2B5EF4-FFF2-40B4-BE49-F238E27FC236}">
                  <a16:creationId xmlns:a16="http://schemas.microsoft.com/office/drawing/2014/main" id="{787D0930-9739-C180-D3A4-1C8D1C6CB674}"/>
                </a:ext>
              </a:extLst>
            </p:cNvPr>
            <p:cNvSpPr txBox="1"/>
            <p:nvPr/>
          </p:nvSpPr>
          <p:spPr>
            <a:xfrm>
              <a:off x="4846320" y="1676400"/>
              <a:ext cx="26321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L" sz="1200" dirty="0"/>
                <a:t>3</a:t>
              </a:r>
            </a:p>
          </p:txBody>
        </p:sp>
      </p:grpSp>
      <p:grpSp>
        <p:nvGrpSpPr>
          <p:cNvPr id="1071" name="Group 1070">
            <a:extLst>
              <a:ext uri="{FF2B5EF4-FFF2-40B4-BE49-F238E27FC236}">
                <a16:creationId xmlns:a16="http://schemas.microsoft.com/office/drawing/2014/main" id="{510D554D-55CC-67A6-D90F-612EA0FC3FE4}"/>
              </a:ext>
            </a:extLst>
          </p:cNvPr>
          <p:cNvGrpSpPr/>
          <p:nvPr/>
        </p:nvGrpSpPr>
        <p:grpSpPr>
          <a:xfrm>
            <a:off x="6575244" y="-767513"/>
            <a:ext cx="860622" cy="859536"/>
            <a:chOff x="4248912" y="1670304"/>
            <a:chExt cx="860622" cy="859536"/>
          </a:xfrm>
        </p:grpSpPr>
        <p:sp>
          <p:nvSpPr>
            <p:cNvPr id="1072" name="Rectangle 1071">
              <a:extLst>
                <a:ext uri="{FF2B5EF4-FFF2-40B4-BE49-F238E27FC236}">
                  <a16:creationId xmlns:a16="http://schemas.microsoft.com/office/drawing/2014/main" id="{2638C672-717D-DB68-AA6D-94E08F272C44}"/>
                </a:ext>
              </a:extLst>
            </p:cNvPr>
            <p:cNvSpPr/>
            <p:nvPr/>
          </p:nvSpPr>
          <p:spPr>
            <a:xfrm>
              <a:off x="4297680" y="1719072"/>
              <a:ext cx="780288" cy="780288"/>
            </a:xfrm>
            <a:prstGeom prst="rect">
              <a:avLst/>
            </a:prstGeom>
            <a:solidFill>
              <a:srgbClr val="FF0000">
                <a:alpha val="45623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/>
            </a:p>
          </p:txBody>
        </p:sp>
        <p:sp>
          <p:nvSpPr>
            <p:cNvPr id="1073" name="TextBox 1072">
              <a:extLst>
                <a:ext uri="{FF2B5EF4-FFF2-40B4-BE49-F238E27FC236}">
                  <a16:creationId xmlns:a16="http://schemas.microsoft.com/office/drawing/2014/main" id="{758D9933-81BA-0B52-4E12-08A3C7D747A5}"/>
                </a:ext>
              </a:extLst>
            </p:cNvPr>
            <p:cNvSpPr txBox="1"/>
            <p:nvPr/>
          </p:nvSpPr>
          <p:spPr>
            <a:xfrm>
              <a:off x="4248912" y="1670304"/>
              <a:ext cx="26321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L" sz="1200" dirty="0"/>
                <a:t>7</a:t>
              </a:r>
            </a:p>
          </p:txBody>
        </p:sp>
        <p:sp>
          <p:nvSpPr>
            <p:cNvPr id="1074" name="TextBox 1073">
              <a:extLst>
                <a:ext uri="{FF2B5EF4-FFF2-40B4-BE49-F238E27FC236}">
                  <a16:creationId xmlns:a16="http://schemas.microsoft.com/office/drawing/2014/main" id="{7BEFD6FB-BA9A-4A0C-E3E1-A758191A8B01}"/>
                </a:ext>
              </a:extLst>
            </p:cNvPr>
            <p:cNvSpPr txBox="1"/>
            <p:nvPr/>
          </p:nvSpPr>
          <p:spPr>
            <a:xfrm>
              <a:off x="4846320" y="2252841"/>
              <a:ext cx="26321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L" sz="1200" dirty="0"/>
                <a:t>6</a:t>
              </a:r>
            </a:p>
          </p:txBody>
        </p:sp>
        <p:sp>
          <p:nvSpPr>
            <p:cNvPr id="1075" name="TextBox 1074">
              <a:extLst>
                <a:ext uri="{FF2B5EF4-FFF2-40B4-BE49-F238E27FC236}">
                  <a16:creationId xmlns:a16="http://schemas.microsoft.com/office/drawing/2014/main" id="{C515C263-47B4-0737-FD78-0074444C4C81}"/>
                </a:ext>
              </a:extLst>
            </p:cNvPr>
            <p:cNvSpPr txBox="1"/>
            <p:nvPr/>
          </p:nvSpPr>
          <p:spPr>
            <a:xfrm>
              <a:off x="4255008" y="2240649"/>
              <a:ext cx="26321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L" sz="1200" dirty="0"/>
                <a:t>4</a:t>
              </a:r>
            </a:p>
          </p:txBody>
        </p:sp>
        <p:sp>
          <p:nvSpPr>
            <p:cNvPr id="1076" name="TextBox 1075">
              <a:extLst>
                <a:ext uri="{FF2B5EF4-FFF2-40B4-BE49-F238E27FC236}">
                  <a16:creationId xmlns:a16="http://schemas.microsoft.com/office/drawing/2014/main" id="{8C95044F-5FE3-C252-8F99-BB5D4D7A0363}"/>
                </a:ext>
              </a:extLst>
            </p:cNvPr>
            <p:cNvSpPr txBox="1"/>
            <p:nvPr/>
          </p:nvSpPr>
          <p:spPr>
            <a:xfrm>
              <a:off x="4846320" y="1676400"/>
              <a:ext cx="26321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L" sz="1200" dirty="0"/>
                <a:t>5</a:t>
              </a:r>
            </a:p>
          </p:txBody>
        </p:sp>
      </p:grpSp>
      <p:grpSp>
        <p:nvGrpSpPr>
          <p:cNvPr id="1077" name="Group 1076">
            <a:extLst>
              <a:ext uri="{FF2B5EF4-FFF2-40B4-BE49-F238E27FC236}">
                <a16:creationId xmlns:a16="http://schemas.microsoft.com/office/drawing/2014/main" id="{B340080B-FB0B-4509-D75E-43A7586FC41B}"/>
              </a:ext>
            </a:extLst>
          </p:cNvPr>
          <p:cNvGrpSpPr/>
          <p:nvPr/>
        </p:nvGrpSpPr>
        <p:grpSpPr>
          <a:xfrm>
            <a:off x="6577834" y="12362"/>
            <a:ext cx="860622" cy="859536"/>
            <a:chOff x="4248912" y="1670304"/>
            <a:chExt cx="860622" cy="859536"/>
          </a:xfrm>
        </p:grpSpPr>
        <p:sp>
          <p:nvSpPr>
            <p:cNvPr id="1078" name="Rectangle 1077">
              <a:extLst>
                <a:ext uri="{FF2B5EF4-FFF2-40B4-BE49-F238E27FC236}">
                  <a16:creationId xmlns:a16="http://schemas.microsoft.com/office/drawing/2014/main" id="{BFEEEEC5-B49C-0B45-8058-376AA42B066C}"/>
                </a:ext>
              </a:extLst>
            </p:cNvPr>
            <p:cNvSpPr/>
            <p:nvPr/>
          </p:nvSpPr>
          <p:spPr>
            <a:xfrm>
              <a:off x="4297680" y="1719072"/>
              <a:ext cx="780288" cy="780288"/>
            </a:xfrm>
            <a:prstGeom prst="rect">
              <a:avLst/>
            </a:prstGeom>
            <a:solidFill>
              <a:schemeClr val="accent1">
                <a:alpha val="45623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/>
            </a:p>
          </p:txBody>
        </p:sp>
        <p:sp>
          <p:nvSpPr>
            <p:cNvPr id="1079" name="TextBox 1078">
              <a:extLst>
                <a:ext uri="{FF2B5EF4-FFF2-40B4-BE49-F238E27FC236}">
                  <a16:creationId xmlns:a16="http://schemas.microsoft.com/office/drawing/2014/main" id="{032658F9-056A-F5BF-716A-A7C06DFE595D}"/>
                </a:ext>
              </a:extLst>
            </p:cNvPr>
            <p:cNvSpPr txBox="1"/>
            <p:nvPr/>
          </p:nvSpPr>
          <p:spPr>
            <a:xfrm>
              <a:off x="4248912" y="1670304"/>
              <a:ext cx="26321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L" sz="1200" dirty="0"/>
                <a:t>1</a:t>
              </a:r>
            </a:p>
          </p:txBody>
        </p:sp>
        <p:sp>
          <p:nvSpPr>
            <p:cNvPr id="1080" name="TextBox 1079">
              <a:extLst>
                <a:ext uri="{FF2B5EF4-FFF2-40B4-BE49-F238E27FC236}">
                  <a16:creationId xmlns:a16="http://schemas.microsoft.com/office/drawing/2014/main" id="{3929D490-34C4-FD35-8DED-4A990C7612C8}"/>
                </a:ext>
              </a:extLst>
            </p:cNvPr>
            <p:cNvSpPr txBox="1"/>
            <p:nvPr/>
          </p:nvSpPr>
          <p:spPr>
            <a:xfrm>
              <a:off x="4846320" y="2252841"/>
              <a:ext cx="26321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L" sz="1200" dirty="0"/>
                <a:t>2</a:t>
              </a:r>
            </a:p>
          </p:txBody>
        </p:sp>
        <p:sp>
          <p:nvSpPr>
            <p:cNvPr id="1081" name="TextBox 1080">
              <a:extLst>
                <a:ext uri="{FF2B5EF4-FFF2-40B4-BE49-F238E27FC236}">
                  <a16:creationId xmlns:a16="http://schemas.microsoft.com/office/drawing/2014/main" id="{6638587E-BCD3-0B54-A30C-4B77DC493529}"/>
                </a:ext>
              </a:extLst>
            </p:cNvPr>
            <p:cNvSpPr txBox="1"/>
            <p:nvPr/>
          </p:nvSpPr>
          <p:spPr>
            <a:xfrm>
              <a:off x="4255008" y="2240649"/>
              <a:ext cx="26321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L" sz="1200" dirty="0"/>
                <a:t>4</a:t>
              </a:r>
            </a:p>
          </p:txBody>
        </p:sp>
        <p:sp>
          <p:nvSpPr>
            <p:cNvPr id="1082" name="TextBox 1081">
              <a:extLst>
                <a:ext uri="{FF2B5EF4-FFF2-40B4-BE49-F238E27FC236}">
                  <a16:creationId xmlns:a16="http://schemas.microsoft.com/office/drawing/2014/main" id="{B2686931-2CBB-DE81-C2D4-DEBB1820EA0F}"/>
                </a:ext>
              </a:extLst>
            </p:cNvPr>
            <p:cNvSpPr txBox="1"/>
            <p:nvPr/>
          </p:nvSpPr>
          <p:spPr>
            <a:xfrm>
              <a:off x="4846320" y="1676400"/>
              <a:ext cx="26321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L" sz="1200" dirty="0"/>
                <a:t>3</a:t>
              </a:r>
            </a:p>
          </p:txBody>
        </p:sp>
      </p:grpSp>
      <p:grpSp>
        <p:nvGrpSpPr>
          <p:cNvPr id="1083" name="Group 1082">
            <a:extLst>
              <a:ext uri="{FF2B5EF4-FFF2-40B4-BE49-F238E27FC236}">
                <a16:creationId xmlns:a16="http://schemas.microsoft.com/office/drawing/2014/main" id="{4EA17ADE-D311-21BF-B09E-9F9B6022FDF7}"/>
              </a:ext>
            </a:extLst>
          </p:cNvPr>
          <p:cNvGrpSpPr/>
          <p:nvPr/>
        </p:nvGrpSpPr>
        <p:grpSpPr>
          <a:xfrm>
            <a:off x="6577667" y="788478"/>
            <a:ext cx="860622" cy="859536"/>
            <a:chOff x="4248912" y="1670304"/>
            <a:chExt cx="860622" cy="859536"/>
          </a:xfrm>
        </p:grpSpPr>
        <p:sp>
          <p:nvSpPr>
            <p:cNvPr id="1084" name="Rectangle 1083">
              <a:extLst>
                <a:ext uri="{FF2B5EF4-FFF2-40B4-BE49-F238E27FC236}">
                  <a16:creationId xmlns:a16="http://schemas.microsoft.com/office/drawing/2014/main" id="{87E7FA05-5C02-74C5-750F-95B5F00F52DB}"/>
                </a:ext>
              </a:extLst>
            </p:cNvPr>
            <p:cNvSpPr/>
            <p:nvPr/>
          </p:nvSpPr>
          <p:spPr>
            <a:xfrm>
              <a:off x="4297680" y="1719072"/>
              <a:ext cx="780288" cy="780288"/>
            </a:xfrm>
            <a:prstGeom prst="rect">
              <a:avLst/>
            </a:prstGeom>
            <a:solidFill>
              <a:srgbClr val="FF0000">
                <a:alpha val="45623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/>
            </a:p>
          </p:txBody>
        </p:sp>
        <p:sp>
          <p:nvSpPr>
            <p:cNvPr id="1085" name="TextBox 1084">
              <a:extLst>
                <a:ext uri="{FF2B5EF4-FFF2-40B4-BE49-F238E27FC236}">
                  <a16:creationId xmlns:a16="http://schemas.microsoft.com/office/drawing/2014/main" id="{21974886-827C-A697-63A6-23EF49236631}"/>
                </a:ext>
              </a:extLst>
            </p:cNvPr>
            <p:cNvSpPr txBox="1"/>
            <p:nvPr/>
          </p:nvSpPr>
          <p:spPr>
            <a:xfrm>
              <a:off x="4248912" y="1670304"/>
              <a:ext cx="26321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L" sz="1200" dirty="0"/>
                <a:t>7</a:t>
              </a:r>
            </a:p>
          </p:txBody>
        </p:sp>
        <p:sp>
          <p:nvSpPr>
            <p:cNvPr id="1086" name="TextBox 1085">
              <a:extLst>
                <a:ext uri="{FF2B5EF4-FFF2-40B4-BE49-F238E27FC236}">
                  <a16:creationId xmlns:a16="http://schemas.microsoft.com/office/drawing/2014/main" id="{FC658A01-5B27-654B-65C3-000ADEB553AD}"/>
                </a:ext>
              </a:extLst>
            </p:cNvPr>
            <p:cNvSpPr txBox="1"/>
            <p:nvPr/>
          </p:nvSpPr>
          <p:spPr>
            <a:xfrm>
              <a:off x="4846320" y="2252841"/>
              <a:ext cx="26321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L" sz="1200" dirty="0"/>
                <a:t>6</a:t>
              </a:r>
            </a:p>
          </p:txBody>
        </p:sp>
        <p:sp>
          <p:nvSpPr>
            <p:cNvPr id="1087" name="TextBox 1086">
              <a:extLst>
                <a:ext uri="{FF2B5EF4-FFF2-40B4-BE49-F238E27FC236}">
                  <a16:creationId xmlns:a16="http://schemas.microsoft.com/office/drawing/2014/main" id="{969FC941-500E-8C9C-2C75-B84CE0CFF88E}"/>
                </a:ext>
              </a:extLst>
            </p:cNvPr>
            <p:cNvSpPr txBox="1"/>
            <p:nvPr/>
          </p:nvSpPr>
          <p:spPr>
            <a:xfrm>
              <a:off x="4255008" y="2240649"/>
              <a:ext cx="26321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L" sz="1200" dirty="0"/>
                <a:t>4</a:t>
              </a:r>
            </a:p>
          </p:txBody>
        </p:sp>
        <p:sp>
          <p:nvSpPr>
            <p:cNvPr id="1088" name="TextBox 1087">
              <a:extLst>
                <a:ext uri="{FF2B5EF4-FFF2-40B4-BE49-F238E27FC236}">
                  <a16:creationId xmlns:a16="http://schemas.microsoft.com/office/drawing/2014/main" id="{D15478B1-9C05-1883-859A-B0A3EAAB2CB6}"/>
                </a:ext>
              </a:extLst>
            </p:cNvPr>
            <p:cNvSpPr txBox="1"/>
            <p:nvPr/>
          </p:nvSpPr>
          <p:spPr>
            <a:xfrm>
              <a:off x="4846320" y="1676400"/>
              <a:ext cx="26321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L" sz="1200" dirty="0"/>
                <a:t>5</a:t>
              </a:r>
            </a:p>
          </p:txBody>
        </p:sp>
      </p:grpSp>
      <p:grpSp>
        <p:nvGrpSpPr>
          <p:cNvPr id="1089" name="Group 1088">
            <a:extLst>
              <a:ext uri="{FF2B5EF4-FFF2-40B4-BE49-F238E27FC236}">
                <a16:creationId xmlns:a16="http://schemas.microsoft.com/office/drawing/2014/main" id="{BF3E18C5-3242-F99A-108D-8DE0ABAE68EF}"/>
              </a:ext>
            </a:extLst>
          </p:cNvPr>
          <p:cNvGrpSpPr/>
          <p:nvPr/>
        </p:nvGrpSpPr>
        <p:grpSpPr>
          <a:xfrm>
            <a:off x="4222605" y="1567100"/>
            <a:ext cx="860622" cy="859536"/>
            <a:chOff x="4248912" y="1670304"/>
            <a:chExt cx="860622" cy="859536"/>
          </a:xfrm>
        </p:grpSpPr>
        <p:sp>
          <p:nvSpPr>
            <p:cNvPr id="1090" name="Rectangle 1089">
              <a:extLst>
                <a:ext uri="{FF2B5EF4-FFF2-40B4-BE49-F238E27FC236}">
                  <a16:creationId xmlns:a16="http://schemas.microsoft.com/office/drawing/2014/main" id="{203AA519-603E-7EF1-A7E7-E821A2670C61}"/>
                </a:ext>
              </a:extLst>
            </p:cNvPr>
            <p:cNvSpPr/>
            <p:nvPr/>
          </p:nvSpPr>
          <p:spPr>
            <a:xfrm>
              <a:off x="4297680" y="1719072"/>
              <a:ext cx="780288" cy="780288"/>
            </a:xfrm>
            <a:prstGeom prst="rect">
              <a:avLst/>
            </a:prstGeom>
            <a:solidFill>
              <a:srgbClr val="FF0000">
                <a:alpha val="45623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/>
            </a:p>
          </p:txBody>
        </p:sp>
        <p:sp>
          <p:nvSpPr>
            <p:cNvPr id="1091" name="TextBox 1090">
              <a:extLst>
                <a:ext uri="{FF2B5EF4-FFF2-40B4-BE49-F238E27FC236}">
                  <a16:creationId xmlns:a16="http://schemas.microsoft.com/office/drawing/2014/main" id="{5AE64411-4092-029C-2E97-498089FF5D5F}"/>
                </a:ext>
              </a:extLst>
            </p:cNvPr>
            <p:cNvSpPr txBox="1"/>
            <p:nvPr/>
          </p:nvSpPr>
          <p:spPr>
            <a:xfrm>
              <a:off x="4248912" y="1670304"/>
              <a:ext cx="26321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L" sz="1200" dirty="0"/>
                <a:t>7</a:t>
              </a:r>
            </a:p>
          </p:txBody>
        </p:sp>
        <p:sp>
          <p:nvSpPr>
            <p:cNvPr id="1092" name="TextBox 1091">
              <a:extLst>
                <a:ext uri="{FF2B5EF4-FFF2-40B4-BE49-F238E27FC236}">
                  <a16:creationId xmlns:a16="http://schemas.microsoft.com/office/drawing/2014/main" id="{7EC9DAB5-E96A-10BD-238B-C77B09EA66E3}"/>
                </a:ext>
              </a:extLst>
            </p:cNvPr>
            <p:cNvSpPr txBox="1"/>
            <p:nvPr/>
          </p:nvSpPr>
          <p:spPr>
            <a:xfrm>
              <a:off x="4846320" y="2252841"/>
              <a:ext cx="26321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L" sz="1200" dirty="0"/>
                <a:t>6</a:t>
              </a:r>
            </a:p>
          </p:txBody>
        </p:sp>
        <p:sp>
          <p:nvSpPr>
            <p:cNvPr id="1093" name="TextBox 1092">
              <a:extLst>
                <a:ext uri="{FF2B5EF4-FFF2-40B4-BE49-F238E27FC236}">
                  <a16:creationId xmlns:a16="http://schemas.microsoft.com/office/drawing/2014/main" id="{FBC44FC0-523C-8C9D-2BBC-BD93A81FAE18}"/>
                </a:ext>
              </a:extLst>
            </p:cNvPr>
            <p:cNvSpPr txBox="1"/>
            <p:nvPr/>
          </p:nvSpPr>
          <p:spPr>
            <a:xfrm>
              <a:off x="4255008" y="2240649"/>
              <a:ext cx="26321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L" sz="1200" dirty="0"/>
                <a:t>4</a:t>
              </a:r>
            </a:p>
          </p:txBody>
        </p:sp>
        <p:sp>
          <p:nvSpPr>
            <p:cNvPr id="1094" name="TextBox 1093">
              <a:extLst>
                <a:ext uri="{FF2B5EF4-FFF2-40B4-BE49-F238E27FC236}">
                  <a16:creationId xmlns:a16="http://schemas.microsoft.com/office/drawing/2014/main" id="{80E21E83-B448-172F-8882-AF651A1648DB}"/>
                </a:ext>
              </a:extLst>
            </p:cNvPr>
            <p:cNvSpPr txBox="1"/>
            <p:nvPr/>
          </p:nvSpPr>
          <p:spPr>
            <a:xfrm>
              <a:off x="4846320" y="1676400"/>
              <a:ext cx="26321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L" sz="1200" dirty="0"/>
                <a:t>5</a:t>
              </a:r>
            </a:p>
          </p:txBody>
        </p:sp>
      </p:grpSp>
      <p:grpSp>
        <p:nvGrpSpPr>
          <p:cNvPr id="1095" name="Group 1094">
            <a:extLst>
              <a:ext uri="{FF2B5EF4-FFF2-40B4-BE49-F238E27FC236}">
                <a16:creationId xmlns:a16="http://schemas.microsoft.com/office/drawing/2014/main" id="{57087E3B-939F-0561-83E7-B28C82178941}"/>
              </a:ext>
            </a:extLst>
          </p:cNvPr>
          <p:cNvGrpSpPr/>
          <p:nvPr/>
        </p:nvGrpSpPr>
        <p:grpSpPr>
          <a:xfrm>
            <a:off x="5006066" y="1567100"/>
            <a:ext cx="860622" cy="859536"/>
            <a:chOff x="4248912" y="1670304"/>
            <a:chExt cx="860622" cy="859536"/>
          </a:xfrm>
        </p:grpSpPr>
        <p:sp>
          <p:nvSpPr>
            <p:cNvPr id="1096" name="Rectangle 1095">
              <a:extLst>
                <a:ext uri="{FF2B5EF4-FFF2-40B4-BE49-F238E27FC236}">
                  <a16:creationId xmlns:a16="http://schemas.microsoft.com/office/drawing/2014/main" id="{41C3976A-2F51-1753-488A-158D3A75AFD5}"/>
                </a:ext>
              </a:extLst>
            </p:cNvPr>
            <p:cNvSpPr/>
            <p:nvPr/>
          </p:nvSpPr>
          <p:spPr>
            <a:xfrm>
              <a:off x="4297680" y="1719072"/>
              <a:ext cx="780288" cy="780288"/>
            </a:xfrm>
            <a:prstGeom prst="rect">
              <a:avLst/>
            </a:prstGeom>
            <a:solidFill>
              <a:schemeClr val="accent1">
                <a:alpha val="45623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/>
            </a:p>
          </p:txBody>
        </p:sp>
        <p:sp>
          <p:nvSpPr>
            <p:cNvPr id="1097" name="TextBox 1096">
              <a:extLst>
                <a:ext uri="{FF2B5EF4-FFF2-40B4-BE49-F238E27FC236}">
                  <a16:creationId xmlns:a16="http://schemas.microsoft.com/office/drawing/2014/main" id="{ED9C1163-545D-197E-B301-95E38B1FF074}"/>
                </a:ext>
              </a:extLst>
            </p:cNvPr>
            <p:cNvSpPr txBox="1"/>
            <p:nvPr/>
          </p:nvSpPr>
          <p:spPr>
            <a:xfrm>
              <a:off x="4248912" y="1670304"/>
              <a:ext cx="26321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L" sz="1200" dirty="0"/>
                <a:t>1</a:t>
              </a:r>
            </a:p>
          </p:txBody>
        </p:sp>
        <p:sp>
          <p:nvSpPr>
            <p:cNvPr id="1098" name="TextBox 1097">
              <a:extLst>
                <a:ext uri="{FF2B5EF4-FFF2-40B4-BE49-F238E27FC236}">
                  <a16:creationId xmlns:a16="http://schemas.microsoft.com/office/drawing/2014/main" id="{0DDD1223-802F-E629-2EFD-B0FB1B02233C}"/>
                </a:ext>
              </a:extLst>
            </p:cNvPr>
            <p:cNvSpPr txBox="1"/>
            <p:nvPr/>
          </p:nvSpPr>
          <p:spPr>
            <a:xfrm>
              <a:off x="4846320" y="2252841"/>
              <a:ext cx="26321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L" sz="1200" dirty="0"/>
                <a:t>2</a:t>
              </a:r>
            </a:p>
          </p:txBody>
        </p:sp>
        <p:sp>
          <p:nvSpPr>
            <p:cNvPr id="1099" name="TextBox 1098">
              <a:extLst>
                <a:ext uri="{FF2B5EF4-FFF2-40B4-BE49-F238E27FC236}">
                  <a16:creationId xmlns:a16="http://schemas.microsoft.com/office/drawing/2014/main" id="{6CD462BA-C7FF-D3B2-AF4B-DAAF5A9B4F7A}"/>
                </a:ext>
              </a:extLst>
            </p:cNvPr>
            <p:cNvSpPr txBox="1"/>
            <p:nvPr/>
          </p:nvSpPr>
          <p:spPr>
            <a:xfrm>
              <a:off x="4255008" y="2240649"/>
              <a:ext cx="26321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L" sz="1200" dirty="0"/>
                <a:t>4</a:t>
              </a:r>
            </a:p>
          </p:txBody>
        </p:sp>
        <p:sp>
          <p:nvSpPr>
            <p:cNvPr id="1100" name="TextBox 1099">
              <a:extLst>
                <a:ext uri="{FF2B5EF4-FFF2-40B4-BE49-F238E27FC236}">
                  <a16:creationId xmlns:a16="http://schemas.microsoft.com/office/drawing/2014/main" id="{9C9DB5AC-B516-5B8D-B7A3-AC80CCFA6A0E}"/>
                </a:ext>
              </a:extLst>
            </p:cNvPr>
            <p:cNvSpPr txBox="1"/>
            <p:nvPr/>
          </p:nvSpPr>
          <p:spPr>
            <a:xfrm>
              <a:off x="4846320" y="1676400"/>
              <a:ext cx="26321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L" sz="1200" dirty="0"/>
                <a:t>3</a:t>
              </a:r>
            </a:p>
          </p:txBody>
        </p:sp>
      </p:grpSp>
      <p:grpSp>
        <p:nvGrpSpPr>
          <p:cNvPr id="1101" name="Group 1100">
            <a:extLst>
              <a:ext uri="{FF2B5EF4-FFF2-40B4-BE49-F238E27FC236}">
                <a16:creationId xmlns:a16="http://schemas.microsoft.com/office/drawing/2014/main" id="{0A473872-39EE-1DCA-A9F9-00B64E0F96E5}"/>
              </a:ext>
            </a:extLst>
          </p:cNvPr>
          <p:cNvGrpSpPr/>
          <p:nvPr/>
        </p:nvGrpSpPr>
        <p:grpSpPr>
          <a:xfrm>
            <a:off x="5789527" y="1566014"/>
            <a:ext cx="860622" cy="859536"/>
            <a:chOff x="4248912" y="1670304"/>
            <a:chExt cx="860622" cy="859536"/>
          </a:xfrm>
        </p:grpSpPr>
        <p:sp>
          <p:nvSpPr>
            <p:cNvPr id="1102" name="Rectangle 1101">
              <a:extLst>
                <a:ext uri="{FF2B5EF4-FFF2-40B4-BE49-F238E27FC236}">
                  <a16:creationId xmlns:a16="http://schemas.microsoft.com/office/drawing/2014/main" id="{B39A3B5E-66F5-DD37-B0D7-5C0875C9DE0D}"/>
                </a:ext>
              </a:extLst>
            </p:cNvPr>
            <p:cNvSpPr/>
            <p:nvPr/>
          </p:nvSpPr>
          <p:spPr>
            <a:xfrm>
              <a:off x="4297680" y="1719072"/>
              <a:ext cx="780288" cy="780288"/>
            </a:xfrm>
            <a:prstGeom prst="rect">
              <a:avLst/>
            </a:prstGeom>
            <a:solidFill>
              <a:srgbClr val="FF0000">
                <a:alpha val="45623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/>
            </a:p>
          </p:txBody>
        </p:sp>
        <p:sp>
          <p:nvSpPr>
            <p:cNvPr id="1103" name="TextBox 1102">
              <a:extLst>
                <a:ext uri="{FF2B5EF4-FFF2-40B4-BE49-F238E27FC236}">
                  <a16:creationId xmlns:a16="http://schemas.microsoft.com/office/drawing/2014/main" id="{F455B4FF-D63C-EA07-1C52-AC482C5B917A}"/>
                </a:ext>
              </a:extLst>
            </p:cNvPr>
            <p:cNvSpPr txBox="1"/>
            <p:nvPr/>
          </p:nvSpPr>
          <p:spPr>
            <a:xfrm>
              <a:off x="4248912" y="1670304"/>
              <a:ext cx="26321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L" sz="1200" dirty="0"/>
                <a:t>7</a:t>
              </a:r>
            </a:p>
          </p:txBody>
        </p:sp>
        <p:sp>
          <p:nvSpPr>
            <p:cNvPr id="1104" name="TextBox 1103">
              <a:extLst>
                <a:ext uri="{FF2B5EF4-FFF2-40B4-BE49-F238E27FC236}">
                  <a16:creationId xmlns:a16="http://schemas.microsoft.com/office/drawing/2014/main" id="{4236164A-A016-0AFC-4124-3763E6025527}"/>
                </a:ext>
              </a:extLst>
            </p:cNvPr>
            <p:cNvSpPr txBox="1"/>
            <p:nvPr/>
          </p:nvSpPr>
          <p:spPr>
            <a:xfrm>
              <a:off x="4846320" y="2252841"/>
              <a:ext cx="26321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L" sz="1200" dirty="0"/>
                <a:t>6</a:t>
              </a:r>
            </a:p>
          </p:txBody>
        </p:sp>
        <p:sp>
          <p:nvSpPr>
            <p:cNvPr id="1105" name="TextBox 1104">
              <a:extLst>
                <a:ext uri="{FF2B5EF4-FFF2-40B4-BE49-F238E27FC236}">
                  <a16:creationId xmlns:a16="http://schemas.microsoft.com/office/drawing/2014/main" id="{716843D1-B7FC-0036-65E2-5075870D6BF4}"/>
                </a:ext>
              </a:extLst>
            </p:cNvPr>
            <p:cNvSpPr txBox="1"/>
            <p:nvPr/>
          </p:nvSpPr>
          <p:spPr>
            <a:xfrm>
              <a:off x="4255008" y="2240649"/>
              <a:ext cx="26321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L" sz="1200" dirty="0"/>
                <a:t>4</a:t>
              </a:r>
            </a:p>
          </p:txBody>
        </p:sp>
        <p:sp>
          <p:nvSpPr>
            <p:cNvPr id="1106" name="TextBox 1105">
              <a:extLst>
                <a:ext uri="{FF2B5EF4-FFF2-40B4-BE49-F238E27FC236}">
                  <a16:creationId xmlns:a16="http://schemas.microsoft.com/office/drawing/2014/main" id="{962E9000-9366-1CEE-6944-B6012CFBA9B8}"/>
                </a:ext>
              </a:extLst>
            </p:cNvPr>
            <p:cNvSpPr txBox="1"/>
            <p:nvPr/>
          </p:nvSpPr>
          <p:spPr>
            <a:xfrm>
              <a:off x="4846320" y="1676400"/>
              <a:ext cx="26321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L" sz="1200" dirty="0"/>
                <a:t>5</a:t>
              </a:r>
            </a:p>
          </p:txBody>
        </p:sp>
      </p:grpSp>
      <p:grpSp>
        <p:nvGrpSpPr>
          <p:cNvPr id="1107" name="Group 1106">
            <a:extLst>
              <a:ext uri="{FF2B5EF4-FFF2-40B4-BE49-F238E27FC236}">
                <a16:creationId xmlns:a16="http://schemas.microsoft.com/office/drawing/2014/main" id="{86024BFE-7C5E-8B30-08D4-1C379EF6CD98}"/>
              </a:ext>
            </a:extLst>
          </p:cNvPr>
          <p:cNvGrpSpPr/>
          <p:nvPr/>
        </p:nvGrpSpPr>
        <p:grpSpPr>
          <a:xfrm>
            <a:off x="6575244" y="1568019"/>
            <a:ext cx="860622" cy="859536"/>
            <a:chOff x="4248912" y="1670304"/>
            <a:chExt cx="860622" cy="859536"/>
          </a:xfrm>
        </p:grpSpPr>
        <p:sp>
          <p:nvSpPr>
            <p:cNvPr id="1108" name="Rectangle 1107">
              <a:extLst>
                <a:ext uri="{FF2B5EF4-FFF2-40B4-BE49-F238E27FC236}">
                  <a16:creationId xmlns:a16="http://schemas.microsoft.com/office/drawing/2014/main" id="{CD463314-6705-A4EB-6E29-83C5BAC74C0F}"/>
                </a:ext>
              </a:extLst>
            </p:cNvPr>
            <p:cNvSpPr/>
            <p:nvPr/>
          </p:nvSpPr>
          <p:spPr>
            <a:xfrm>
              <a:off x="4297680" y="1719072"/>
              <a:ext cx="780288" cy="780288"/>
            </a:xfrm>
            <a:prstGeom prst="rect">
              <a:avLst/>
            </a:prstGeom>
            <a:solidFill>
              <a:schemeClr val="accent1">
                <a:alpha val="45623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/>
            </a:p>
          </p:txBody>
        </p:sp>
        <p:sp>
          <p:nvSpPr>
            <p:cNvPr id="1109" name="TextBox 1108">
              <a:extLst>
                <a:ext uri="{FF2B5EF4-FFF2-40B4-BE49-F238E27FC236}">
                  <a16:creationId xmlns:a16="http://schemas.microsoft.com/office/drawing/2014/main" id="{6961884C-9E2C-7B24-E39F-4E84A3EB2B6C}"/>
                </a:ext>
              </a:extLst>
            </p:cNvPr>
            <p:cNvSpPr txBox="1"/>
            <p:nvPr/>
          </p:nvSpPr>
          <p:spPr>
            <a:xfrm>
              <a:off x="4248912" y="1670304"/>
              <a:ext cx="26321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L" sz="1200" dirty="0"/>
                <a:t>1</a:t>
              </a:r>
            </a:p>
          </p:txBody>
        </p:sp>
        <p:sp>
          <p:nvSpPr>
            <p:cNvPr id="1110" name="TextBox 1109">
              <a:extLst>
                <a:ext uri="{FF2B5EF4-FFF2-40B4-BE49-F238E27FC236}">
                  <a16:creationId xmlns:a16="http://schemas.microsoft.com/office/drawing/2014/main" id="{AE44D58D-2065-40F0-54D1-27EEEEA0438B}"/>
                </a:ext>
              </a:extLst>
            </p:cNvPr>
            <p:cNvSpPr txBox="1"/>
            <p:nvPr/>
          </p:nvSpPr>
          <p:spPr>
            <a:xfrm>
              <a:off x="4846320" y="2252841"/>
              <a:ext cx="26321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L" sz="1200" dirty="0"/>
                <a:t>2</a:t>
              </a:r>
            </a:p>
          </p:txBody>
        </p:sp>
        <p:sp>
          <p:nvSpPr>
            <p:cNvPr id="1111" name="TextBox 1110">
              <a:extLst>
                <a:ext uri="{FF2B5EF4-FFF2-40B4-BE49-F238E27FC236}">
                  <a16:creationId xmlns:a16="http://schemas.microsoft.com/office/drawing/2014/main" id="{34A1F3FC-9193-3BC0-D61B-0B13491B7830}"/>
                </a:ext>
              </a:extLst>
            </p:cNvPr>
            <p:cNvSpPr txBox="1"/>
            <p:nvPr/>
          </p:nvSpPr>
          <p:spPr>
            <a:xfrm>
              <a:off x="4255008" y="2240649"/>
              <a:ext cx="26321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L" sz="1200" dirty="0"/>
                <a:t>4</a:t>
              </a:r>
            </a:p>
          </p:txBody>
        </p:sp>
        <p:sp>
          <p:nvSpPr>
            <p:cNvPr id="1112" name="TextBox 1111">
              <a:extLst>
                <a:ext uri="{FF2B5EF4-FFF2-40B4-BE49-F238E27FC236}">
                  <a16:creationId xmlns:a16="http://schemas.microsoft.com/office/drawing/2014/main" id="{A8F1979F-D7A1-42A2-0F24-39D3C17D0A6F}"/>
                </a:ext>
              </a:extLst>
            </p:cNvPr>
            <p:cNvSpPr txBox="1"/>
            <p:nvPr/>
          </p:nvSpPr>
          <p:spPr>
            <a:xfrm>
              <a:off x="4846320" y="1676400"/>
              <a:ext cx="26321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L" sz="1200" dirty="0"/>
                <a:t>3</a:t>
              </a: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0F1072A5-6AE7-503C-8475-5C2A8ECB63E5}"/>
              </a:ext>
            </a:extLst>
          </p:cNvPr>
          <p:cNvGrpSpPr/>
          <p:nvPr/>
        </p:nvGrpSpPr>
        <p:grpSpPr>
          <a:xfrm>
            <a:off x="4222605" y="3614694"/>
            <a:ext cx="3218583" cy="3224848"/>
            <a:chOff x="4225337" y="3614694"/>
            <a:chExt cx="3215851" cy="3195987"/>
          </a:xfrm>
        </p:grpSpPr>
        <p:grpSp>
          <p:nvGrpSpPr>
            <p:cNvPr id="1113" name="Group 1112">
              <a:extLst>
                <a:ext uri="{FF2B5EF4-FFF2-40B4-BE49-F238E27FC236}">
                  <a16:creationId xmlns:a16="http://schemas.microsoft.com/office/drawing/2014/main" id="{D337332B-5152-07B1-1995-DF49254309CE}"/>
                </a:ext>
              </a:extLst>
            </p:cNvPr>
            <p:cNvGrpSpPr/>
            <p:nvPr/>
          </p:nvGrpSpPr>
          <p:grpSpPr>
            <a:xfrm>
              <a:off x="4225337" y="3615780"/>
              <a:ext cx="860622" cy="859536"/>
              <a:chOff x="4248912" y="1670304"/>
              <a:chExt cx="860622" cy="859536"/>
            </a:xfrm>
          </p:grpSpPr>
          <p:sp>
            <p:nvSpPr>
              <p:cNvPr id="1114" name="Rectangle 1113">
                <a:extLst>
                  <a:ext uri="{FF2B5EF4-FFF2-40B4-BE49-F238E27FC236}">
                    <a16:creationId xmlns:a16="http://schemas.microsoft.com/office/drawing/2014/main" id="{7ED973C2-5B73-0790-C60C-2E36A25A952D}"/>
                  </a:ext>
                </a:extLst>
              </p:cNvPr>
              <p:cNvSpPr/>
              <p:nvPr/>
            </p:nvSpPr>
            <p:spPr>
              <a:xfrm>
                <a:off x="4297680" y="1719072"/>
                <a:ext cx="780288" cy="780288"/>
              </a:xfrm>
              <a:prstGeom prst="rect">
                <a:avLst/>
              </a:prstGeom>
              <a:solidFill>
                <a:schemeClr val="accent1">
                  <a:alpha val="45623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L"/>
              </a:p>
            </p:txBody>
          </p:sp>
          <p:sp>
            <p:nvSpPr>
              <p:cNvPr id="1115" name="TextBox 1114">
                <a:extLst>
                  <a:ext uri="{FF2B5EF4-FFF2-40B4-BE49-F238E27FC236}">
                    <a16:creationId xmlns:a16="http://schemas.microsoft.com/office/drawing/2014/main" id="{78704D28-ABEB-DF3A-A82F-BE36599D6FF0}"/>
                  </a:ext>
                </a:extLst>
              </p:cNvPr>
              <p:cNvSpPr txBox="1"/>
              <p:nvPr/>
            </p:nvSpPr>
            <p:spPr>
              <a:xfrm>
                <a:off x="4248912" y="1670304"/>
                <a:ext cx="26321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L" sz="1200" dirty="0"/>
                  <a:t>1</a:t>
                </a:r>
              </a:p>
            </p:txBody>
          </p:sp>
          <p:sp>
            <p:nvSpPr>
              <p:cNvPr id="1116" name="TextBox 1115">
                <a:extLst>
                  <a:ext uri="{FF2B5EF4-FFF2-40B4-BE49-F238E27FC236}">
                    <a16:creationId xmlns:a16="http://schemas.microsoft.com/office/drawing/2014/main" id="{D660D5C2-DE0F-E83E-BDD6-349CD52B9BFB}"/>
                  </a:ext>
                </a:extLst>
              </p:cNvPr>
              <p:cNvSpPr txBox="1"/>
              <p:nvPr/>
            </p:nvSpPr>
            <p:spPr>
              <a:xfrm>
                <a:off x="4846320" y="2252841"/>
                <a:ext cx="26321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L" sz="1200" dirty="0"/>
                  <a:t>2</a:t>
                </a:r>
              </a:p>
            </p:txBody>
          </p:sp>
          <p:sp>
            <p:nvSpPr>
              <p:cNvPr id="1117" name="TextBox 1116">
                <a:extLst>
                  <a:ext uri="{FF2B5EF4-FFF2-40B4-BE49-F238E27FC236}">
                    <a16:creationId xmlns:a16="http://schemas.microsoft.com/office/drawing/2014/main" id="{C8565D29-369F-7518-9A12-02AFA8E9AB0C}"/>
                  </a:ext>
                </a:extLst>
              </p:cNvPr>
              <p:cNvSpPr txBox="1"/>
              <p:nvPr/>
            </p:nvSpPr>
            <p:spPr>
              <a:xfrm>
                <a:off x="4255008" y="2240649"/>
                <a:ext cx="26321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L" sz="1200" dirty="0"/>
                  <a:t>4</a:t>
                </a:r>
              </a:p>
            </p:txBody>
          </p:sp>
          <p:sp>
            <p:nvSpPr>
              <p:cNvPr id="1118" name="TextBox 1117">
                <a:extLst>
                  <a:ext uri="{FF2B5EF4-FFF2-40B4-BE49-F238E27FC236}">
                    <a16:creationId xmlns:a16="http://schemas.microsoft.com/office/drawing/2014/main" id="{7EE44170-9B3D-A9A8-AF12-FA7FEEC1779D}"/>
                  </a:ext>
                </a:extLst>
              </p:cNvPr>
              <p:cNvSpPr txBox="1"/>
              <p:nvPr/>
            </p:nvSpPr>
            <p:spPr>
              <a:xfrm>
                <a:off x="4846320" y="1676400"/>
                <a:ext cx="26321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L" sz="1200" dirty="0"/>
                  <a:t>3</a:t>
                </a:r>
              </a:p>
            </p:txBody>
          </p:sp>
        </p:grpSp>
        <p:grpSp>
          <p:nvGrpSpPr>
            <p:cNvPr id="1119" name="Group 1118">
              <a:extLst>
                <a:ext uri="{FF2B5EF4-FFF2-40B4-BE49-F238E27FC236}">
                  <a16:creationId xmlns:a16="http://schemas.microsoft.com/office/drawing/2014/main" id="{E0108CC7-3E5D-704A-2242-41BF8F8FFA03}"/>
                </a:ext>
              </a:extLst>
            </p:cNvPr>
            <p:cNvGrpSpPr/>
            <p:nvPr/>
          </p:nvGrpSpPr>
          <p:grpSpPr>
            <a:xfrm>
              <a:off x="5008798" y="3614694"/>
              <a:ext cx="860622" cy="859536"/>
              <a:chOff x="4248912" y="1670304"/>
              <a:chExt cx="860622" cy="859536"/>
            </a:xfrm>
          </p:grpSpPr>
          <p:sp>
            <p:nvSpPr>
              <p:cNvPr id="1120" name="Rectangle 1119">
                <a:extLst>
                  <a:ext uri="{FF2B5EF4-FFF2-40B4-BE49-F238E27FC236}">
                    <a16:creationId xmlns:a16="http://schemas.microsoft.com/office/drawing/2014/main" id="{E9355B25-14A1-BAAC-8E91-361E4F1E304D}"/>
                  </a:ext>
                </a:extLst>
              </p:cNvPr>
              <p:cNvSpPr/>
              <p:nvPr/>
            </p:nvSpPr>
            <p:spPr>
              <a:xfrm>
                <a:off x="4297680" y="1719072"/>
                <a:ext cx="780288" cy="780288"/>
              </a:xfrm>
              <a:prstGeom prst="rect">
                <a:avLst/>
              </a:prstGeom>
              <a:solidFill>
                <a:srgbClr val="FF0000">
                  <a:alpha val="45623"/>
                </a:srgb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L"/>
              </a:p>
            </p:txBody>
          </p:sp>
          <p:sp>
            <p:nvSpPr>
              <p:cNvPr id="1121" name="TextBox 1120">
                <a:extLst>
                  <a:ext uri="{FF2B5EF4-FFF2-40B4-BE49-F238E27FC236}">
                    <a16:creationId xmlns:a16="http://schemas.microsoft.com/office/drawing/2014/main" id="{90C95B1A-0D13-3AB6-3DAF-F31ED23683B3}"/>
                  </a:ext>
                </a:extLst>
              </p:cNvPr>
              <p:cNvSpPr txBox="1"/>
              <p:nvPr/>
            </p:nvSpPr>
            <p:spPr>
              <a:xfrm>
                <a:off x="4248912" y="1670304"/>
                <a:ext cx="26321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L" sz="1200" dirty="0"/>
                  <a:t>7</a:t>
                </a:r>
              </a:p>
            </p:txBody>
          </p:sp>
          <p:sp>
            <p:nvSpPr>
              <p:cNvPr id="1122" name="TextBox 1121">
                <a:extLst>
                  <a:ext uri="{FF2B5EF4-FFF2-40B4-BE49-F238E27FC236}">
                    <a16:creationId xmlns:a16="http://schemas.microsoft.com/office/drawing/2014/main" id="{6373B0EE-2EF0-967C-40C4-4078B1B6B4C7}"/>
                  </a:ext>
                </a:extLst>
              </p:cNvPr>
              <p:cNvSpPr txBox="1"/>
              <p:nvPr/>
            </p:nvSpPr>
            <p:spPr>
              <a:xfrm>
                <a:off x="4846320" y="2252841"/>
                <a:ext cx="26321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L" sz="1200" dirty="0"/>
                  <a:t>6</a:t>
                </a:r>
              </a:p>
            </p:txBody>
          </p:sp>
          <p:sp>
            <p:nvSpPr>
              <p:cNvPr id="1123" name="TextBox 1122">
                <a:extLst>
                  <a:ext uri="{FF2B5EF4-FFF2-40B4-BE49-F238E27FC236}">
                    <a16:creationId xmlns:a16="http://schemas.microsoft.com/office/drawing/2014/main" id="{FC89C6E1-6E2D-0168-AEFD-A7BCE1EB9C8A}"/>
                  </a:ext>
                </a:extLst>
              </p:cNvPr>
              <p:cNvSpPr txBox="1"/>
              <p:nvPr/>
            </p:nvSpPr>
            <p:spPr>
              <a:xfrm>
                <a:off x="4255008" y="2240649"/>
                <a:ext cx="26321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L" sz="1200" dirty="0"/>
                  <a:t>4</a:t>
                </a:r>
              </a:p>
            </p:txBody>
          </p:sp>
          <p:sp>
            <p:nvSpPr>
              <p:cNvPr id="1124" name="TextBox 1123">
                <a:extLst>
                  <a:ext uri="{FF2B5EF4-FFF2-40B4-BE49-F238E27FC236}">
                    <a16:creationId xmlns:a16="http://schemas.microsoft.com/office/drawing/2014/main" id="{9C712014-E806-28F7-8C16-9D13756430B2}"/>
                  </a:ext>
                </a:extLst>
              </p:cNvPr>
              <p:cNvSpPr txBox="1"/>
              <p:nvPr/>
            </p:nvSpPr>
            <p:spPr>
              <a:xfrm>
                <a:off x="4846320" y="1676400"/>
                <a:ext cx="26321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L" sz="1200" dirty="0"/>
                  <a:t>5</a:t>
                </a:r>
              </a:p>
            </p:txBody>
          </p:sp>
        </p:grpSp>
        <p:grpSp>
          <p:nvGrpSpPr>
            <p:cNvPr id="1125" name="Group 1124">
              <a:extLst>
                <a:ext uri="{FF2B5EF4-FFF2-40B4-BE49-F238E27FC236}">
                  <a16:creationId xmlns:a16="http://schemas.microsoft.com/office/drawing/2014/main" id="{1A62D399-9251-DA71-8BDC-A973848A7FB3}"/>
                </a:ext>
              </a:extLst>
            </p:cNvPr>
            <p:cNvGrpSpPr/>
            <p:nvPr/>
          </p:nvGrpSpPr>
          <p:grpSpPr>
            <a:xfrm>
              <a:off x="5792259" y="3614694"/>
              <a:ext cx="860622" cy="859536"/>
              <a:chOff x="4248912" y="1670304"/>
              <a:chExt cx="860622" cy="859536"/>
            </a:xfrm>
          </p:grpSpPr>
          <p:sp>
            <p:nvSpPr>
              <p:cNvPr id="1126" name="Rectangle 1125">
                <a:extLst>
                  <a:ext uri="{FF2B5EF4-FFF2-40B4-BE49-F238E27FC236}">
                    <a16:creationId xmlns:a16="http://schemas.microsoft.com/office/drawing/2014/main" id="{E7A97F79-BC0A-9C2B-5E8D-D41EE79C1B5E}"/>
                  </a:ext>
                </a:extLst>
              </p:cNvPr>
              <p:cNvSpPr/>
              <p:nvPr/>
            </p:nvSpPr>
            <p:spPr>
              <a:xfrm>
                <a:off x="4297680" y="1719072"/>
                <a:ext cx="780288" cy="780288"/>
              </a:xfrm>
              <a:prstGeom prst="rect">
                <a:avLst/>
              </a:prstGeom>
              <a:solidFill>
                <a:schemeClr val="accent1">
                  <a:alpha val="45623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L"/>
              </a:p>
            </p:txBody>
          </p:sp>
          <p:sp>
            <p:nvSpPr>
              <p:cNvPr id="1127" name="TextBox 1126">
                <a:extLst>
                  <a:ext uri="{FF2B5EF4-FFF2-40B4-BE49-F238E27FC236}">
                    <a16:creationId xmlns:a16="http://schemas.microsoft.com/office/drawing/2014/main" id="{330865AF-E52B-E267-7B91-BAEC6BA416FE}"/>
                  </a:ext>
                </a:extLst>
              </p:cNvPr>
              <p:cNvSpPr txBox="1"/>
              <p:nvPr/>
            </p:nvSpPr>
            <p:spPr>
              <a:xfrm>
                <a:off x="4248912" y="1670304"/>
                <a:ext cx="26321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L" sz="1200" dirty="0"/>
                  <a:t>1</a:t>
                </a:r>
              </a:p>
            </p:txBody>
          </p:sp>
          <p:sp>
            <p:nvSpPr>
              <p:cNvPr id="1128" name="TextBox 1127">
                <a:extLst>
                  <a:ext uri="{FF2B5EF4-FFF2-40B4-BE49-F238E27FC236}">
                    <a16:creationId xmlns:a16="http://schemas.microsoft.com/office/drawing/2014/main" id="{26BE54EC-AE16-91BB-5AED-0DE66785D756}"/>
                  </a:ext>
                </a:extLst>
              </p:cNvPr>
              <p:cNvSpPr txBox="1"/>
              <p:nvPr/>
            </p:nvSpPr>
            <p:spPr>
              <a:xfrm>
                <a:off x="4846320" y="2252841"/>
                <a:ext cx="26321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L" sz="1200" dirty="0"/>
                  <a:t>2</a:t>
                </a:r>
              </a:p>
            </p:txBody>
          </p:sp>
          <p:sp>
            <p:nvSpPr>
              <p:cNvPr id="1129" name="TextBox 1128">
                <a:extLst>
                  <a:ext uri="{FF2B5EF4-FFF2-40B4-BE49-F238E27FC236}">
                    <a16:creationId xmlns:a16="http://schemas.microsoft.com/office/drawing/2014/main" id="{39521205-F23A-3912-78E5-047388C995AB}"/>
                  </a:ext>
                </a:extLst>
              </p:cNvPr>
              <p:cNvSpPr txBox="1"/>
              <p:nvPr/>
            </p:nvSpPr>
            <p:spPr>
              <a:xfrm>
                <a:off x="4255008" y="2240649"/>
                <a:ext cx="26321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L" sz="1200" dirty="0"/>
                  <a:t>4</a:t>
                </a:r>
              </a:p>
            </p:txBody>
          </p:sp>
          <p:sp>
            <p:nvSpPr>
              <p:cNvPr id="1130" name="TextBox 1129">
                <a:extLst>
                  <a:ext uri="{FF2B5EF4-FFF2-40B4-BE49-F238E27FC236}">
                    <a16:creationId xmlns:a16="http://schemas.microsoft.com/office/drawing/2014/main" id="{46576179-A08F-1FCB-8D06-9BF9B8E259E8}"/>
                  </a:ext>
                </a:extLst>
              </p:cNvPr>
              <p:cNvSpPr txBox="1"/>
              <p:nvPr/>
            </p:nvSpPr>
            <p:spPr>
              <a:xfrm>
                <a:off x="4846320" y="1676400"/>
                <a:ext cx="26321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L" sz="1200" dirty="0"/>
                  <a:t>3</a:t>
                </a:r>
              </a:p>
            </p:txBody>
          </p:sp>
        </p:grpSp>
        <p:grpSp>
          <p:nvGrpSpPr>
            <p:cNvPr id="1131" name="Group 1130">
              <a:extLst>
                <a:ext uri="{FF2B5EF4-FFF2-40B4-BE49-F238E27FC236}">
                  <a16:creationId xmlns:a16="http://schemas.microsoft.com/office/drawing/2014/main" id="{E2F6D4C9-6477-5531-8890-372F8F917E4C}"/>
                </a:ext>
              </a:extLst>
            </p:cNvPr>
            <p:cNvGrpSpPr/>
            <p:nvPr/>
          </p:nvGrpSpPr>
          <p:grpSpPr>
            <a:xfrm>
              <a:off x="4227927" y="4394569"/>
              <a:ext cx="860622" cy="859536"/>
              <a:chOff x="4248912" y="1670304"/>
              <a:chExt cx="860622" cy="859536"/>
            </a:xfrm>
          </p:grpSpPr>
          <p:sp>
            <p:nvSpPr>
              <p:cNvPr id="1132" name="Rectangle 1131">
                <a:extLst>
                  <a:ext uri="{FF2B5EF4-FFF2-40B4-BE49-F238E27FC236}">
                    <a16:creationId xmlns:a16="http://schemas.microsoft.com/office/drawing/2014/main" id="{D26668EA-0D19-71C0-0ED2-08046D694E4D}"/>
                  </a:ext>
                </a:extLst>
              </p:cNvPr>
              <p:cNvSpPr/>
              <p:nvPr/>
            </p:nvSpPr>
            <p:spPr>
              <a:xfrm>
                <a:off x="4297680" y="1719072"/>
                <a:ext cx="780288" cy="780288"/>
              </a:xfrm>
              <a:prstGeom prst="rect">
                <a:avLst/>
              </a:prstGeom>
              <a:solidFill>
                <a:srgbClr val="FF0000">
                  <a:alpha val="45623"/>
                </a:srgb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L"/>
              </a:p>
            </p:txBody>
          </p:sp>
          <p:sp>
            <p:nvSpPr>
              <p:cNvPr id="1133" name="TextBox 1132">
                <a:extLst>
                  <a:ext uri="{FF2B5EF4-FFF2-40B4-BE49-F238E27FC236}">
                    <a16:creationId xmlns:a16="http://schemas.microsoft.com/office/drawing/2014/main" id="{C14F1BF9-C625-7CED-D92B-DC0DF88743F4}"/>
                  </a:ext>
                </a:extLst>
              </p:cNvPr>
              <p:cNvSpPr txBox="1"/>
              <p:nvPr/>
            </p:nvSpPr>
            <p:spPr>
              <a:xfrm>
                <a:off x="4248912" y="1670304"/>
                <a:ext cx="26321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L" sz="1200" dirty="0"/>
                  <a:t>7</a:t>
                </a:r>
              </a:p>
            </p:txBody>
          </p:sp>
          <p:sp>
            <p:nvSpPr>
              <p:cNvPr id="1134" name="TextBox 1133">
                <a:extLst>
                  <a:ext uri="{FF2B5EF4-FFF2-40B4-BE49-F238E27FC236}">
                    <a16:creationId xmlns:a16="http://schemas.microsoft.com/office/drawing/2014/main" id="{66B04FFD-3BD6-4873-0165-2C6F73A33723}"/>
                  </a:ext>
                </a:extLst>
              </p:cNvPr>
              <p:cNvSpPr txBox="1"/>
              <p:nvPr/>
            </p:nvSpPr>
            <p:spPr>
              <a:xfrm>
                <a:off x="4846320" y="2252841"/>
                <a:ext cx="26321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L" sz="1200" dirty="0"/>
                  <a:t>6</a:t>
                </a:r>
              </a:p>
            </p:txBody>
          </p:sp>
          <p:sp>
            <p:nvSpPr>
              <p:cNvPr id="1135" name="TextBox 1134">
                <a:extLst>
                  <a:ext uri="{FF2B5EF4-FFF2-40B4-BE49-F238E27FC236}">
                    <a16:creationId xmlns:a16="http://schemas.microsoft.com/office/drawing/2014/main" id="{89E437AC-CBE2-1A91-4F73-30FA0D56C9E3}"/>
                  </a:ext>
                </a:extLst>
              </p:cNvPr>
              <p:cNvSpPr txBox="1"/>
              <p:nvPr/>
            </p:nvSpPr>
            <p:spPr>
              <a:xfrm>
                <a:off x="4255008" y="2240649"/>
                <a:ext cx="26321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L" sz="1200" dirty="0"/>
                  <a:t>4</a:t>
                </a:r>
              </a:p>
            </p:txBody>
          </p:sp>
          <p:sp>
            <p:nvSpPr>
              <p:cNvPr id="1136" name="TextBox 1135">
                <a:extLst>
                  <a:ext uri="{FF2B5EF4-FFF2-40B4-BE49-F238E27FC236}">
                    <a16:creationId xmlns:a16="http://schemas.microsoft.com/office/drawing/2014/main" id="{324820D6-F1DA-40B5-F5CF-58035CA1971D}"/>
                  </a:ext>
                </a:extLst>
              </p:cNvPr>
              <p:cNvSpPr txBox="1"/>
              <p:nvPr/>
            </p:nvSpPr>
            <p:spPr>
              <a:xfrm>
                <a:off x="4846320" y="1676400"/>
                <a:ext cx="26321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L" sz="1200" dirty="0"/>
                  <a:t>5</a:t>
                </a:r>
              </a:p>
            </p:txBody>
          </p:sp>
        </p:grpSp>
        <p:grpSp>
          <p:nvGrpSpPr>
            <p:cNvPr id="1137" name="Group 1136">
              <a:extLst>
                <a:ext uri="{FF2B5EF4-FFF2-40B4-BE49-F238E27FC236}">
                  <a16:creationId xmlns:a16="http://schemas.microsoft.com/office/drawing/2014/main" id="{D93BF468-50FD-74A3-5F43-DD1A4D92C077}"/>
                </a:ext>
              </a:extLst>
            </p:cNvPr>
            <p:cNvGrpSpPr/>
            <p:nvPr/>
          </p:nvGrpSpPr>
          <p:grpSpPr>
            <a:xfrm>
              <a:off x="5011388" y="4394569"/>
              <a:ext cx="860622" cy="859536"/>
              <a:chOff x="4248912" y="1670304"/>
              <a:chExt cx="860622" cy="859536"/>
            </a:xfrm>
          </p:grpSpPr>
          <p:sp>
            <p:nvSpPr>
              <p:cNvPr id="1138" name="Rectangle 1137">
                <a:extLst>
                  <a:ext uri="{FF2B5EF4-FFF2-40B4-BE49-F238E27FC236}">
                    <a16:creationId xmlns:a16="http://schemas.microsoft.com/office/drawing/2014/main" id="{51D411B3-0B91-3542-4886-1809FD4CAC1F}"/>
                  </a:ext>
                </a:extLst>
              </p:cNvPr>
              <p:cNvSpPr/>
              <p:nvPr/>
            </p:nvSpPr>
            <p:spPr>
              <a:xfrm>
                <a:off x="4297680" y="1719072"/>
                <a:ext cx="780288" cy="780288"/>
              </a:xfrm>
              <a:prstGeom prst="rect">
                <a:avLst/>
              </a:prstGeom>
              <a:solidFill>
                <a:schemeClr val="accent1">
                  <a:alpha val="45623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L"/>
              </a:p>
            </p:txBody>
          </p:sp>
          <p:sp>
            <p:nvSpPr>
              <p:cNvPr id="1139" name="TextBox 1138">
                <a:extLst>
                  <a:ext uri="{FF2B5EF4-FFF2-40B4-BE49-F238E27FC236}">
                    <a16:creationId xmlns:a16="http://schemas.microsoft.com/office/drawing/2014/main" id="{655BBD44-5D30-EC09-40FE-5D21AA1EEEBF}"/>
                  </a:ext>
                </a:extLst>
              </p:cNvPr>
              <p:cNvSpPr txBox="1"/>
              <p:nvPr/>
            </p:nvSpPr>
            <p:spPr>
              <a:xfrm>
                <a:off x="4248912" y="1670304"/>
                <a:ext cx="26321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L" sz="1200" dirty="0"/>
                  <a:t>1</a:t>
                </a:r>
              </a:p>
            </p:txBody>
          </p:sp>
          <p:sp>
            <p:nvSpPr>
              <p:cNvPr id="1140" name="TextBox 1139">
                <a:extLst>
                  <a:ext uri="{FF2B5EF4-FFF2-40B4-BE49-F238E27FC236}">
                    <a16:creationId xmlns:a16="http://schemas.microsoft.com/office/drawing/2014/main" id="{A1168C65-A78C-F3B2-6844-823B96AB7BDD}"/>
                  </a:ext>
                </a:extLst>
              </p:cNvPr>
              <p:cNvSpPr txBox="1"/>
              <p:nvPr/>
            </p:nvSpPr>
            <p:spPr>
              <a:xfrm>
                <a:off x="4846320" y="2252841"/>
                <a:ext cx="26321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L" sz="1200" dirty="0"/>
                  <a:t>2</a:t>
                </a:r>
              </a:p>
            </p:txBody>
          </p:sp>
          <p:sp>
            <p:nvSpPr>
              <p:cNvPr id="1141" name="TextBox 1140">
                <a:extLst>
                  <a:ext uri="{FF2B5EF4-FFF2-40B4-BE49-F238E27FC236}">
                    <a16:creationId xmlns:a16="http://schemas.microsoft.com/office/drawing/2014/main" id="{5CD3355E-FF86-6E05-2BB0-C84D1FF9E4AC}"/>
                  </a:ext>
                </a:extLst>
              </p:cNvPr>
              <p:cNvSpPr txBox="1"/>
              <p:nvPr/>
            </p:nvSpPr>
            <p:spPr>
              <a:xfrm>
                <a:off x="4255008" y="2240649"/>
                <a:ext cx="26321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L" sz="1200" dirty="0"/>
                  <a:t>4</a:t>
                </a:r>
              </a:p>
            </p:txBody>
          </p:sp>
          <p:sp>
            <p:nvSpPr>
              <p:cNvPr id="1142" name="TextBox 1141">
                <a:extLst>
                  <a:ext uri="{FF2B5EF4-FFF2-40B4-BE49-F238E27FC236}">
                    <a16:creationId xmlns:a16="http://schemas.microsoft.com/office/drawing/2014/main" id="{2A09A5D7-9C3A-53C8-387D-C16125F36BBB}"/>
                  </a:ext>
                </a:extLst>
              </p:cNvPr>
              <p:cNvSpPr txBox="1"/>
              <p:nvPr/>
            </p:nvSpPr>
            <p:spPr>
              <a:xfrm>
                <a:off x="4846320" y="1676400"/>
                <a:ext cx="26321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L" sz="1200" dirty="0"/>
                  <a:t>3</a:t>
                </a:r>
              </a:p>
            </p:txBody>
          </p:sp>
        </p:grpSp>
        <p:grpSp>
          <p:nvGrpSpPr>
            <p:cNvPr id="1143" name="Group 1142">
              <a:extLst>
                <a:ext uri="{FF2B5EF4-FFF2-40B4-BE49-F238E27FC236}">
                  <a16:creationId xmlns:a16="http://schemas.microsoft.com/office/drawing/2014/main" id="{A05CEFA2-E4AE-AB83-03E4-EB032CFCD2F4}"/>
                </a:ext>
              </a:extLst>
            </p:cNvPr>
            <p:cNvGrpSpPr/>
            <p:nvPr/>
          </p:nvGrpSpPr>
          <p:grpSpPr>
            <a:xfrm>
              <a:off x="5794849" y="4393483"/>
              <a:ext cx="860622" cy="859536"/>
              <a:chOff x="4248912" y="1670304"/>
              <a:chExt cx="860622" cy="859536"/>
            </a:xfrm>
          </p:grpSpPr>
          <p:sp>
            <p:nvSpPr>
              <p:cNvPr id="1144" name="Rectangle 1143">
                <a:extLst>
                  <a:ext uri="{FF2B5EF4-FFF2-40B4-BE49-F238E27FC236}">
                    <a16:creationId xmlns:a16="http://schemas.microsoft.com/office/drawing/2014/main" id="{F24A27AB-6D72-7222-C7C3-9B434F66546F}"/>
                  </a:ext>
                </a:extLst>
              </p:cNvPr>
              <p:cNvSpPr/>
              <p:nvPr/>
            </p:nvSpPr>
            <p:spPr>
              <a:xfrm>
                <a:off x="4297680" y="1719072"/>
                <a:ext cx="780288" cy="780288"/>
              </a:xfrm>
              <a:prstGeom prst="rect">
                <a:avLst/>
              </a:prstGeom>
              <a:solidFill>
                <a:srgbClr val="FF0000">
                  <a:alpha val="45623"/>
                </a:srgb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L"/>
              </a:p>
            </p:txBody>
          </p:sp>
          <p:sp>
            <p:nvSpPr>
              <p:cNvPr id="1145" name="TextBox 1144">
                <a:extLst>
                  <a:ext uri="{FF2B5EF4-FFF2-40B4-BE49-F238E27FC236}">
                    <a16:creationId xmlns:a16="http://schemas.microsoft.com/office/drawing/2014/main" id="{998F25B7-0F9E-12E4-F8C9-47B580AD6DA4}"/>
                  </a:ext>
                </a:extLst>
              </p:cNvPr>
              <p:cNvSpPr txBox="1"/>
              <p:nvPr/>
            </p:nvSpPr>
            <p:spPr>
              <a:xfrm>
                <a:off x="4248912" y="1670304"/>
                <a:ext cx="26321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L" sz="1200" dirty="0"/>
                  <a:t>7</a:t>
                </a:r>
              </a:p>
            </p:txBody>
          </p:sp>
          <p:sp>
            <p:nvSpPr>
              <p:cNvPr id="1146" name="TextBox 1145">
                <a:extLst>
                  <a:ext uri="{FF2B5EF4-FFF2-40B4-BE49-F238E27FC236}">
                    <a16:creationId xmlns:a16="http://schemas.microsoft.com/office/drawing/2014/main" id="{26D5EA65-4D4C-46DE-305F-B343A1164802}"/>
                  </a:ext>
                </a:extLst>
              </p:cNvPr>
              <p:cNvSpPr txBox="1"/>
              <p:nvPr/>
            </p:nvSpPr>
            <p:spPr>
              <a:xfrm>
                <a:off x="4846320" y="2252841"/>
                <a:ext cx="26321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L" sz="1200" dirty="0"/>
                  <a:t>6</a:t>
                </a:r>
              </a:p>
            </p:txBody>
          </p:sp>
          <p:sp>
            <p:nvSpPr>
              <p:cNvPr id="1147" name="TextBox 1146">
                <a:extLst>
                  <a:ext uri="{FF2B5EF4-FFF2-40B4-BE49-F238E27FC236}">
                    <a16:creationId xmlns:a16="http://schemas.microsoft.com/office/drawing/2014/main" id="{BCF37E22-C3FB-D28C-75A6-5802E841F3DF}"/>
                  </a:ext>
                </a:extLst>
              </p:cNvPr>
              <p:cNvSpPr txBox="1"/>
              <p:nvPr/>
            </p:nvSpPr>
            <p:spPr>
              <a:xfrm>
                <a:off x="4255008" y="2240649"/>
                <a:ext cx="26321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L" sz="1200" dirty="0"/>
                  <a:t>4</a:t>
                </a:r>
              </a:p>
            </p:txBody>
          </p:sp>
          <p:sp>
            <p:nvSpPr>
              <p:cNvPr id="1148" name="TextBox 1147">
                <a:extLst>
                  <a:ext uri="{FF2B5EF4-FFF2-40B4-BE49-F238E27FC236}">
                    <a16:creationId xmlns:a16="http://schemas.microsoft.com/office/drawing/2014/main" id="{ADACE94F-0882-F8D2-4196-16446986EEB6}"/>
                  </a:ext>
                </a:extLst>
              </p:cNvPr>
              <p:cNvSpPr txBox="1"/>
              <p:nvPr/>
            </p:nvSpPr>
            <p:spPr>
              <a:xfrm>
                <a:off x="4846320" y="1676400"/>
                <a:ext cx="26321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L" sz="1200" dirty="0"/>
                  <a:t>5</a:t>
                </a:r>
              </a:p>
            </p:txBody>
          </p:sp>
        </p:grpSp>
        <p:grpSp>
          <p:nvGrpSpPr>
            <p:cNvPr id="1149" name="Group 1148">
              <a:extLst>
                <a:ext uri="{FF2B5EF4-FFF2-40B4-BE49-F238E27FC236}">
                  <a16:creationId xmlns:a16="http://schemas.microsoft.com/office/drawing/2014/main" id="{85808C0D-6D4A-158F-4112-4EDC5873EF85}"/>
                </a:ext>
              </a:extLst>
            </p:cNvPr>
            <p:cNvGrpSpPr/>
            <p:nvPr/>
          </p:nvGrpSpPr>
          <p:grpSpPr>
            <a:xfrm>
              <a:off x="4227760" y="5165508"/>
              <a:ext cx="860622" cy="859536"/>
              <a:chOff x="4248912" y="1670304"/>
              <a:chExt cx="860622" cy="859536"/>
            </a:xfrm>
          </p:grpSpPr>
          <p:sp>
            <p:nvSpPr>
              <p:cNvPr id="1150" name="Rectangle 1149">
                <a:extLst>
                  <a:ext uri="{FF2B5EF4-FFF2-40B4-BE49-F238E27FC236}">
                    <a16:creationId xmlns:a16="http://schemas.microsoft.com/office/drawing/2014/main" id="{75D1BBEA-03DF-B5DB-E68A-8B72F22039CF}"/>
                  </a:ext>
                </a:extLst>
              </p:cNvPr>
              <p:cNvSpPr/>
              <p:nvPr/>
            </p:nvSpPr>
            <p:spPr>
              <a:xfrm>
                <a:off x="4297680" y="1719072"/>
                <a:ext cx="780288" cy="780288"/>
              </a:xfrm>
              <a:prstGeom prst="rect">
                <a:avLst/>
              </a:prstGeom>
              <a:solidFill>
                <a:schemeClr val="accent1">
                  <a:alpha val="45623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L"/>
              </a:p>
            </p:txBody>
          </p:sp>
          <p:sp>
            <p:nvSpPr>
              <p:cNvPr id="1151" name="TextBox 1150">
                <a:extLst>
                  <a:ext uri="{FF2B5EF4-FFF2-40B4-BE49-F238E27FC236}">
                    <a16:creationId xmlns:a16="http://schemas.microsoft.com/office/drawing/2014/main" id="{95790C04-B6E2-9E6B-DCAA-E0A1F326E737}"/>
                  </a:ext>
                </a:extLst>
              </p:cNvPr>
              <p:cNvSpPr txBox="1"/>
              <p:nvPr/>
            </p:nvSpPr>
            <p:spPr>
              <a:xfrm>
                <a:off x="4248912" y="1670304"/>
                <a:ext cx="26321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L" sz="1200" dirty="0"/>
                  <a:t>1</a:t>
                </a:r>
              </a:p>
            </p:txBody>
          </p:sp>
          <p:sp>
            <p:nvSpPr>
              <p:cNvPr id="1152" name="TextBox 1151">
                <a:extLst>
                  <a:ext uri="{FF2B5EF4-FFF2-40B4-BE49-F238E27FC236}">
                    <a16:creationId xmlns:a16="http://schemas.microsoft.com/office/drawing/2014/main" id="{D2713A14-3D6B-5DE1-336E-E5987E131977}"/>
                  </a:ext>
                </a:extLst>
              </p:cNvPr>
              <p:cNvSpPr txBox="1"/>
              <p:nvPr/>
            </p:nvSpPr>
            <p:spPr>
              <a:xfrm>
                <a:off x="4846320" y="2252841"/>
                <a:ext cx="26321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L" sz="1200" dirty="0"/>
                  <a:t>2</a:t>
                </a:r>
              </a:p>
            </p:txBody>
          </p:sp>
          <p:sp>
            <p:nvSpPr>
              <p:cNvPr id="1153" name="TextBox 1152">
                <a:extLst>
                  <a:ext uri="{FF2B5EF4-FFF2-40B4-BE49-F238E27FC236}">
                    <a16:creationId xmlns:a16="http://schemas.microsoft.com/office/drawing/2014/main" id="{1D6B6F70-5503-53EB-2895-42B2025BEF75}"/>
                  </a:ext>
                </a:extLst>
              </p:cNvPr>
              <p:cNvSpPr txBox="1"/>
              <p:nvPr/>
            </p:nvSpPr>
            <p:spPr>
              <a:xfrm>
                <a:off x="4255008" y="2240649"/>
                <a:ext cx="26321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L" sz="1200" dirty="0"/>
                  <a:t>4</a:t>
                </a:r>
              </a:p>
            </p:txBody>
          </p:sp>
          <p:sp>
            <p:nvSpPr>
              <p:cNvPr id="1154" name="TextBox 1153">
                <a:extLst>
                  <a:ext uri="{FF2B5EF4-FFF2-40B4-BE49-F238E27FC236}">
                    <a16:creationId xmlns:a16="http://schemas.microsoft.com/office/drawing/2014/main" id="{E68534CC-A72B-5A74-999E-A23D86FA896A}"/>
                  </a:ext>
                </a:extLst>
              </p:cNvPr>
              <p:cNvSpPr txBox="1"/>
              <p:nvPr/>
            </p:nvSpPr>
            <p:spPr>
              <a:xfrm>
                <a:off x="4846320" y="1676400"/>
                <a:ext cx="26321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L" sz="1200" dirty="0"/>
                  <a:t>3</a:t>
                </a:r>
              </a:p>
            </p:txBody>
          </p:sp>
        </p:grpSp>
        <p:grpSp>
          <p:nvGrpSpPr>
            <p:cNvPr id="1155" name="Group 1154">
              <a:extLst>
                <a:ext uri="{FF2B5EF4-FFF2-40B4-BE49-F238E27FC236}">
                  <a16:creationId xmlns:a16="http://schemas.microsoft.com/office/drawing/2014/main" id="{81B2046A-EBB1-A2FB-B5D4-7562338C8C96}"/>
                </a:ext>
              </a:extLst>
            </p:cNvPr>
            <p:cNvGrpSpPr/>
            <p:nvPr/>
          </p:nvGrpSpPr>
          <p:grpSpPr>
            <a:xfrm>
              <a:off x="5011221" y="5170685"/>
              <a:ext cx="860622" cy="859536"/>
              <a:chOff x="4248912" y="1670304"/>
              <a:chExt cx="860622" cy="859536"/>
            </a:xfrm>
          </p:grpSpPr>
          <p:sp>
            <p:nvSpPr>
              <p:cNvPr id="1156" name="Rectangle 1155">
                <a:extLst>
                  <a:ext uri="{FF2B5EF4-FFF2-40B4-BE49-F238E27FC236}">
                    <a16:creationId xmlns:a16="http://schemas.microsoft.com/office/drawing/2014/main" id="{D4E0C964-AD29-52E9-04DE-D8D66522F2DC}"/>
                  </a:ext>
                </a:extLst>
              </p:cNvPr>
              <p:cNvSpPr/>
              <p:nvPr/>
            </p:nvSpPr>
            <p:spPr>
              <a:xfrm>
                <a:off x="4297680" y="1719072"/>
                <a:ext cx="780288" cy="780288"/>
              </a:xfrm>
              <a:prstGeom prst="rect">
                <a:avLst/>
              </a:prstGeom>
              <a:solidFill>
                <a:srgbClr val="FF0000">
                  <a:alpha val="45623"/>
                </a:srgb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L"/>
              </a:p>
            </p:txBody>
          </p:sp>
          <p:sp>
            <p:nvSpPr>
              <p:cNvPr id="1157" name="TextBox 1156">
                <a:extLst>
                  <a:ext uri="{FF2B5EF4-FFF2-40B4-BE49-F238E27FC236}">
                    <a16:creationId xmlns:a16="http://schemas.microsoft.com/office/drawing/2014/main" id="{436BE3CA-DD92-1067-3054-789E712FD006}"/>
                  </a:ext>
                </a:extLst>
              </p:cNvPr>
              <p:cNvSpPr txBox="1"/>
              <p:nvPr/>
            </p:nvSpPr>
            <p:spPr>
              <a:xfrm>
                <a:off x="4248912" y="1670304"/>
                <a:ext cx="26321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L" sz="1200" dirty="0"/>
                  <a:t>7</a:t>
                </a:r>
              </a:p>
            </p:txBody>
          </p:sp>
          <p:sp>
            <p:nvSpPr>
              <p:cNvPr id="1158" name="TextBox 1157">
                <a:extLst>
                  <a:ext uri="{FF2B5EF4-FFF2-40B4-BE49-F238E27FC236}">
                    <a16:creationId xmlns:a16="http://schemas.microsoft.com/office/drawing/2014/main" id="{81A165BD-DA32-E812-068C-A8AC18B72630}"/>
                  </a:ext>
                </a:extLst>
              </p:cNvPr>
              <p:cNvSpPr txBox="1"/>
              <p:nvPr/>
            </p:nvSpPr>
            <p:spPr>
              <a:xfrm>
                <a:off x="4846320" y="2252841"/>
                <a:ext cx="26321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L" sz="1200" dirty="0"/>
                  <a:t>6</a:t>
                </a:r>
              </a:p>
            </p:txBody>
          </p:sp>
          <p:sp>
            <p:nvSpPr>
              <p:cNvPr id="1159" name="TextBox 1158">
                <a:extLst>
                  <a:ext uri="{FF2B5EF4-FFF2-40B4-BE49-F238E27FC236}">
                    <a16:creationId xmlns:a16="http://schemas.microsoft.com/office/drawing/2014/main" id="{D5EA1768-0601-DC3B-1461-92C7AA283807}"/>
                  </a:ext>
                </a:extLst>
              </p:cNvPr>
              <p:cNvSpPr txBox="1"/>
              <p:nvPr/>
            </p:nvSpPr>
            <p:spPr>
              <a:xfrm>
                <a:off x="4255008" y="2240649"/>
                <a:ext cx="26321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L" sz="1200" dirty="0"/>
                  <a:t>4</a:t>
                </a:r>
              </a:p>
            </p:txBody>
          </p:sp>
          <p:sp>
            <p:nvSpPr>
              <p:cNvPr id="1160" name="TextBox 1159">
                <a:extLst>
                  <a:ext uri="{FF2B5EF4-FFF2-40B4-BE49-F238E27FC236}">
                    <a16:creationId xmlns:a16="http://schemas.microsoft.com/office/drawing/2014/main" id="{BEA83EA6-887B-2CE7-AFE8-2E220ED2CAC5}"/>
                  </a:ext>
                </a:extLst>
              </p:cNvPr>
              <p:cNvSpPr txBox="1"/>
              <p:nvPr/>
            </p:nvSpPr>
            <p:spPr>
              <a:xfrm>
                <a:off x="4846320" y="1676400"/>
                <a:ext cx="26321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L" sz="1200" dirty="0"/>
                  <a:t>5</a:t>
                </a:r>
              </a:p>
            </p:txBody>
          </p:sp>
        </p:grpSp>
        <p:grpSp>
          <p:nvGrpSpPr>
            <p:cNvPr id="1161" name="Group 1160">
              <a:extLst>
                <a:ext uri="{FF2B5EF4-FFF2-40B4-BE49-F238E27FC236}">
                  <a16:creationId xmlns:a16="http://schemas.microsoft.com/office/drawing/2014/main" id="{BB896F00-DD2E-326A-02B8-8EE0F9AB1AAB}"/>
                </a:ext>
              </a:extLst>
            </p:cNvPr>
            <p:cNvGrpSpPr/>
            <p:nvPr/>
          </p:nvGrpSpPr>
          <p:grpSpPr>
            <a:xfrm>
              <a:off x="5794682" y="5170685"/>
              <a:ext cx="860622" cy="859536"/>
              <a:chOff x="4248912" y="1670304"/>
              <a:chExt cx="860622" cy="859536"/>
            </a:xfrm>
          </p:grpSpPr>
          <p:sp>
            <p:nvSpPr>
              <p:cNvPr id="1162" name="Rectangle 1161">
                <a:extLst>
                  <a:ext uri="{FF2B5EF4-FFF2-40B4-BE49-F238E27FC236}">
                    <a16:creationId xmlns:a16="http://schemas.microsoft.com/office/drawing/2014/main" id="{2F5A382C-4A89-2CD3-7F21-16587C9BCD82}"/>
                  </a:ext>
                </a:extLst>
              </p:cNvPr>
              <p:cNvSpPr/>
              <p:nvPr/>
            </p:nvSpPr>
            <p:spPr>
              <a:xfrm>
                <a:off x="4297680" y="1719072"/>
                <a:ext cx="780288" cy="780288"/>
              </a:xfrm>
              <a:prstGeom prst="rect">
                <a:avLst/>
              </a:prstGeom>
              <a:solidFill>
                <a:schemeClr val="accent1">
                  <a:alpha val="45623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L"/>
              </a:p>
            </p:txBody>
          </p:sp>
          <p:sp>
            <p:nvSpPr>
              <p:cNvPr id="1163" name="TextBox 1162">
                <a:extLst>
                  <a:ext uri="{FF2B5EF4-FFF2-40B4-BE49-F238E27FC236}">
                    <a16:creationId xmlns:a16="http://schemas.microsoft.com/office/drawing/2014/main" id="{68081A11-B53D-7DC0-E813-B11F3D4E860B}"/>
                  </a:ext>
                </a:extLst>
              </p:cNvPr>
              <p:cNvSpPr txBox="1"/>
              <p:nvPr/>
            </p:nvSpPr>
            <p:spPr>
              <a:xfrm>
                <a:off x="4248912" y="1670304"/>
                <a:ext cx="26321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L" sz="1200" dirty="0"/>
                  <a:t>1</a:t>
                </a:r>
              </a:p>
            </p:txBody>
          </p:sp>
          <p:sp>
            <p:nvSpPr>
              <p:cNvPr id="1164" name="TextBox 1163">
                <a:extLst>
                  <a:ext uri="{FF2B5EF4-FFF2-40B4-BE49-F238E27FC236}">
                    <a16:creationId xmlns:a16="http://schemas.microsoft.com/office/drawing/2014/main" id="{D63110B4-B2DD-866A-9D8F-2559CD88C15A}"/>
                  </a:ext>
                </a:extLst>
              </p:cNvPr>
              <p:cNvSpPr txBox="1"/>
              <p:nvPr/>
            </p:nvSpPr>
            <p:spPr>
              <a:xfrm>
                <a:off x="4846320" y="2252841"/>
                <a:ext cx="26321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L" sz="1200" dirty="0"/>
                  <a:t>2</a:t>
                </a:r>
              </a:p>
            </p:txBody>
          </p:sp>
          <p:sp>
            <p:nvSpPr>
              <p:cNvPr id="1165" name="TextBox 1164">
                <a:extLst>
                  <a:ext uri="{FF2B5EF4-FFF2-40B4-BE49-F238E27FC236}">
                    <a16:creationId xmlns:a16="http://schemas.microsoft.com/office/drawing/2014/main" id="{C9360733-44D7-15C7-77C1-D90CDD00735F}"/>
                  </a:ext>
                </a:extLst>
              </p:cNvPr>
              <p:cNvSpPr txBox="1"/>
              <p:nvPr/>
            </p:nvSpPr>
            <p:spPr>
              <a:xfrm>
                <a:off x="4255008" y="2240649"/>
                <a:ext cx="26321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L" sz="1200" dirty="0"/>
                  <a:t>4</a:t>
                </a:r>
              </a:p>
            </p:txBody>
          </p:sp>
          <p:sp>
            <p:nvSpPr>
              <p:cNvPr id="1166" name="TextBox 1165">
                <a:extLst>
                  <a:ext uri="{FF2B5EF4-FFF2-40B4-BE49-F238E27FC236}">
                    <a16:creationId xmlns:a16="http://schemas.microsoft.com/office/drawing/2014/main" id="{B092997D-F13D-0BCA-B27F-F3F121592540}"/>
                  </a:ext>
                </a:extLst>
              </p:cNvPr>
              <p:cNvSpPr txBox="1"/>
              <p:nvPr/>
            </p:nvSpPr>
            <p:spPr>
              <a:xfrm>
                <a:off x="4846320" y="1676400"/>
                <a:ext cx="26321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L" sz="1200" dirty="0"/>
                  <a:t>3</a:t>
                </a:r>
              </a:p>
            </p:txBody>
          </p:sp>
        </p:grpSp>
        <p:grpSp>
          <p:nvGrpSpPr>
            <p:cNvPr id="1167" name="Group 1166">
              <a:extLst>
                <a:ext uri="{FF2B5EF4-FFF2-40B4-BE49-F238E27FC236}">
                  <a16:creationId xmlns:a16="http://schemas.microsoft.com/office/drawing/2014/main" id="{806F7BFE-991B-DA30-1A16-9459880850A0}"/>
                </a:ext>
              </a:extLst>
            </p:cNvPr>
            <p:cNvGrpSpPr/>
            <p:nvPr/>
          </p:nvGrpSpPr>
          <p:grpSpPr>
            <a:xfrm>
              <a:off x="6577976" y="3615613"/>
              <a:ext cx="860622" cy="859536"/>
              <a:chOff x="4248912" y="1670304"/>
              <a:chExt cx="860622" cy="859536"/>
            </a:xfrm>
          </p:grpSpPr>
          <p:sp>
            <p:nvSpPr>
              <p:cNvPr id="1168" name="Rectangle 1167">
                <a:extLst>
                  <a:ext uri="{FF2B5EF4-FFF2-40B4-BE49-F238E27FC236}">
                    <a16:creationId xmlns:a16="http://schemas.microsoft.com/office/drawing/2014/main" id="{19FE9232-D1FE-04D1-A35C-0206F0F8F4C9}"/>
                  </a:ext>
                </a:extLst>
              </p:cNvPr>
              <p:cNvSpPr/>
              <p:nvPr/>
            </p:nvSpPr>
            <p:spPr>
              <a:xfrm>
                <a:off x="4297680" y="1719072"/>
                <a:ext cx="780288" cy="780288"/>
              </a:xfrm>
              <a:prstGeom prst="rect">
                <a:avLst/>
              </a:prstGeom>
              <a:solidFill>
                <a:srgbClr val="FF0000">
                  <a:alpha val="45623"/>
                </a:srgb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L"/>
              </a:p>
            </p:txBody>
          </p:sp>
          <p:sp>
            <p:nvSpPr>
              <p:cNvPr id="1169" name="TextBox 1168">
                <a:extLst>
                  <a:ext uri="{FF2B5EF4-FFF2-40B4-BE49-F238E27FC236}">
                    <a16:creationId xmlns:a16="http://schemas.microsoft.com/office/drawing/2014/main" id="{A53AD161-9788-CFB3-D2A9-8DEA1E535D2F}"/>
                  </a:ext>
                </a:extLst>
              </p:cNvPr>
              <p:cNvSpPr txBox="1"/>
              <p:nvPr/>
            </p:nvSpPr>
            <p:spPr>
              <a:xfrm>
                <a:off x="4248912" y="1670304"/>
                <a:ext cx="26321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L" sz="1200" dirty="0"/>
                  <a:t>7</a:t>
                </a:r>
              </a:p>
            </p:txBody>
          </p:sp>
          <p:sp>
            <p:nvSpPr>
              <p:cNvPr id="1170" name="TextBox 1169">
                <a:extLst>
                  <a:ext uri="{FF2B5EF4-FFF2-40B4-BE49-F238E27FC236}">
                    <a16:creationId xmlns:a16="http://schemas.microsoft.com/office/drawing/2014/main" id="{7A428AE3-2E21-F0D1-C562-8470C2B12693}"/>
                  </a:ext>
                </a:extLst>
              </p:cNvPr>
              <p:cNvSpPr txBox="1"/>
              <p:nvPr/>
            </p:nvSpPr>
            <p:spPr>
              <a:xfrm>
                <a:off x="4846320" y="2252841"/>
                <a:ext cx="26321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L" sz="1200" dirty="0"/>
                  <a:t>6</a:t>
                </a:r>
              </a:p>
            </p:txBody>
          </p:sp>
          <p:sp>
            <p:nvSpPr>
              <p:cNvPr id="1171" name="TextBox 1170">
                <a:extLst>
                  <a:ext uri="{FF2B5EF4-FFF2-40B4-BE49-F238E27FC236}">
                    <a16:creationId xmlns:a16="http://schemas.microsoft.com/office/drawing/2014/main" id="{F4633754-B473-FFCF-9F6E-6B628D458837}"/>
                  </a:ext>
                </a:extLst>
              </p:cNvPr>
              <p:cNvSpPr txBox="1"/>
              <p:nvPr/>
            </p:nvSpPr>
            <p:spPr>
              <a:xfrm>
                <a:off x="4255008" y="2240649"/>
                <a:ext cx="26321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L" sz="1200" dirty="0"/>
                  <a:t>4</a:t>
                </a:r>
              </a:p>
            </p:txBody>
          </p:sp>
          <p:sp>
            <p:nvSpPr>
              <p:cNvPr id="1172" name="TextBox 1171">
                <a:extLst>
                  <a:ext uri="{FF2B5EF4-FFF2-40B4-BE49-F238E27FC236}">
                    <a16:creationId xmlns:a16="http://schemas.microsoft.com/office/drawing/2014/main" id="{3FE575C1-45A4-B649-94A2-75DCD50A612E}"/>
                  </a:ext>
                </a:extLst>
              </p:cNvPr>
              <p:cNvSpPr txBox="1"/>
              <p:nvPr/>
            </p:nvSpPr>
            <p:spPr>
              <a:xfrm>
                <a:off x="4846320" y="1676400"/>
                <a:ext cx="26321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L" sz="1200" dirty="0"/>
                  <a:t>5</a:t>
                </a:r>
              </a:p>
            </p:txBody>
          </p:sp>
        </p:grpSp>
        <p:grpSp>
          <p:nvGrpSpPr>
            <p:cNvPr id="1173" name="Group 1172">
              <a:extLst>
                <a:ext uri="{FF2B5EF4-FFF2-40B4-BE49-F238E27FC236}">
                  <a16:creationId xmlns:a16="http://schemas.microsoft.com/office/drawing/2014/main" id="{390AB61D-34B2-E8DD-5301-217A519BF46E}"/>
                </a:ext>
              </a:extLst>
            </p:cNvPr>
            <p:cNvGrpSpPr/>
            <p:nvPr/>
          </p:nvGrpSpPr>
          <p:grpSpPr>
            <a:xfrm>
              <a:off x="6580566" y="4395488"/>
              <a:ext cx="860622" cy="859536"/>
              <a:chOff x="4248912" y="1670304"/>
              <a:chExt cx="860622" cy="859536"/>
            </a:xfrm>
          </p:grpSpPr>
          <p:sp>
            <p:nvSpPr>
              <p:cNvPr id="1174" name="Rectangle 1173">
                <a:extLst>
                  <a:ext uri="{FF2B5EF4-FFF2-40B4-BE49-F238E27FC236}">
                    <a16:creationId xmlns:a16="http://schemas.microsoft.com/office/drawing/2014/main" id="{AE554D4F-707C-F4E1-D5FC-3E4E9645573F}"/>
                  </a:ext>
                </a:extLst>
              </p:cNvPr>
              <p:cNvSpPr/>
              <p:nvPr/>
            </p:nvSpPr>
            <p:spPr>
              <a:xfrm>
                <a:off x="4297680" y="1719072"/>
                <a:ext cx="780288" cy="780288"/>
              </a:xfrm>
              <a:prstGeom prst="rect">
                <a:avLst/>
              </a:prstGeom>
              <a:solidFill>
                <a:schemeClr val="accent1">
                  <a:alpha val="45623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L"/>
              </a:p>
            </p:txBody>
          </p:sp>
          <p:sp>
            <p:nvSpPr>
              <p:cNvPr id="1175" name="TextBox 1174">
                <a:extLst>
                  <a:ext uri="{FF2B5EF4-FFF2-40B4-BE49-F238E27FC236}">
                    <a16:creationId xmlns:a16="http://schemas.microsoft.com/office/drawing/2014/main" id="{F32ED599-4AAA-59AC-E6B0-4FC5D2311C3F}"/>
                  </a:ext>
                </a:extLst>
              </p:cNvPr>
              <p:cNvSpPr txBox="1"/>
              <p:nvPr/>
            </p:nvSpPr>
            <p:spPr>
              <a:xfrm>
                <a:off x="4248912" y="1670304"/>
                <a:ext cx="26321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L" sz="1200" dirty="0"/>
                  <a:t>1</a:t>
                </a:r>
              </a:p>
            </p:txBody>
          </p:sp>
          <p:sp>
            <p:nvSpPr>
              <p:cNvPr id="1176" name="TextBox 1175">
                <a:extLst>
                  <a:ext uri="{FF2B5EF4-FFF2-40B4-BE49-F238E27FC236}">
                    <a16:creationId xmlns:a16="http://schemas.microsoft.com/office/drawing/2014/main" id="{45187547-A622-C403-6BE1-2C313EA3D645}"/>
                  </a:ext>
                </a:extLst>
              </p:cNvPr>
              <p:cNvSpPr txBox="1"/>
              <p:nvPr/>
            </p:nvSpPr>
            <p:spPr>
              <a:xfrm>
                <a:off x="4846320" y="2252841"/>
                <a:ext cx="26321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L" sz="1200" dirty="0"/>
                  <a:t>2</a:t>
                </a:r>
              </a:p>
            </p:txBody>
          </p:sp>
          <p:sp>
            <p:nvSpPr>
              <p:cNvPr id="1177" name="TextBox 1176">
                <a:extLst>
                  <a:ext uri="{FF2B5EF4-FFF2-40B4-BE49-F238E27FC236}">
                    <a16:creationId xmlns:a16="http://schemas.microsoft.com/office/drawing/2014/main" id="{38D18CB0-C290-B7DE-C58B-D8D6711728BC}"/>
                  </a:ext>
                </a:extLst>
              </p:cNvPr>
              <p:cNvSpPr txBox="1"/>
              <p:nvPr/>
            </p:nvSpPr>
            <p:spPr>
              <a:xfrm>
                <a:off x="4255008" y="2240649"/>
                <a:ext cx="26321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L" sz="1200" dirty="0"/>
                  <a:t>4</a:t>
                </a:r>
              </a:p>
            </p:txBody>
          </p:sp>
          <p:sp>
            <p:nvSpPr>
              <p:cNvPr id="1178" name="TextBox 1177">
                <a:extLst>
                  <a:ext uri="{FF2B5EF4-FFF2-40B4-BE49-F238E27FC236}">
                    <a16:creationId xmlns:a16="http://schemas.microsoft.com/office/drawing/2014/main" id="{E7227FA5-2B4E-8F55-63D2-BE59BD775B04}"/>
                  </a:ext>
                </a:extLst>
              </p:cNvPr>
              <p:cNvSpPr txBox="1"/>
              <p:nvPr/>
            </p:nvSpPr>
            <p:spPr>
              <a:xfrm>
                <a:off x="4846320" y="1676400"/>
                <a:ext cx="26321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L" sz="1200" dirty="0"/>
                  <a:t>3</a:t>
                </a:r>
              </a:p>
            </p:txBody>
          </p:sp>
        </p:grpSp>
        <p:grpSp>
          <p:nvGrpSpPr>
            <p:cNvPr id="1179" name="Group 1178">
              <a:extLst>
                <a:ext uri="{FF2B5EF4-FFF2-40B4-BE49-F238E27FC236}">
                  <a16:creationId xmlns:a16="http://schemas.microsoft.com/office/drawing/2014/main" id="{CC93BD3E-7DC9-C3F6-460D-03FBF47AC614}"/>
                </a:ext>
              </a:extLst>
            </p:cNvPr>
            <p:cNvGrpSpPr/>
            <p:nvPr/>
          </p:nvGrpSpPr>
          <p:grpSpPr>
            <a:xfrm>
              <a:off x="6580399" y="5171604"/>
              <a:ext cx="860622" cy="859536"/>
              <a:chOff x="4248912" y="1670304"/>
              <a:chExt cx="860622" cy="859536"/>
            </a:xfrm>
          </p:grpSpPr>
          <p:sp>
            <p:nvSpPr>
              <p:cNvPr id="1180" name="Rectangle 1179">
                <a:extLst>
                  <a:ext uri="{FF2B5EF4-FFF2-40B4-BE49-F238E27FC236}">
                    <a16:creationId xmlns:a16="http://schemas.microsoft.com/office/drawing/2014/main" id="{F203DBD5-9C0B-F8AF-7195-547B23F4C4DD}"/>
                  </a:ext>
                </a:extLst>
              </p:cNvPr>
              <p:cNvSpPr/>
              <p:nvPr/>
            </p:nvSpPr>
            <p:spPr>
              <a:xfrm>
                <a:off x="4297680" y="1719072"/>
                <a:ext cx="780288" cy="780288"/>
              </a:xfrm>
              <a:prstGeom prst="rect">
                <a:avLst/>
              </a:prstGeom>
              <a:solidFill>
                <a:srgbClr val="FF0000">
                  <a:alpha val="45623"/>
                </a:srgb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L"/>
              </a:p>
            </p:txBody>
          </p:sp>
          <p:sp>
            <p:nvSpPr>
              <p:cNvPr id="1181" name="TextBox 1180">
                <a:extLst>
                  <a:ext uri="{FF2B5EF4-FFF2-40B4-BE49-F238E27FC236}">
                    <a16:creationId xmlns:a16="http://schemas.microsoft.com/office/drawing/2014/main" id="{6CF872A0-6DC3-FF06-EB57-A0B82DD8859B}"/>
                  </a:ext>
                </a:extLst>
              </p:cNvPr>
              <p:cNvSpPr txBox="1"/>
              <p:nvPr/>
            </p:nvSpPr>
            <p:spPr>
              <a:xfrm>
                <a:off x="4248912" y="1670304"/>
                <a:ext cx="26321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L" sz="1200" dirty="0"/>
                  <a:t>7</a:t>
                </a:r>
              </a:p>
            </p:txBody>
          </p:sp>
          <p:sp>
            <p:nvSpPr>
              <p:cNvPr id="1182" name="TextBox 1181">
                <a:extLst>
                  <a:ext uri="{FF2B5EF4-FFF2-40B4-BE49-F238E27FC236}">
                    <a16:creationId xmlns:a16="http://schemas.microsoft.com/office/drawing/2014/main" id="{F3600DCA-53C0-87E0-4955-F2A6D6236F53}"/>
                  </a:ext>
                </a:extLst>
              </p:cNvPr>
              <p:cNvSpPr txBox="1"/>
              <p:nvPr/>
            </p:nvSpPr>
            <p:spPr>
              <a:xfrm>
                <a:off x="4846320" y="2252841"/>
                <a:ext cx="26321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L" sz="1200" dirty="0"/>
                  <a:t>6</a:t>
                </a:r>
              </a:p>
            </p:txBody>
          </p:sp>
          <p:sp>
            <p:nvSpPr>
              <p:cNvPr id="1183" name="TextBox 1182">
                <a:extLst>
                  <a:ext uri="{FF2B5EF4-FFF2-40B4-BE49-F238E27FC236}">
                    <a16:creationId xmlns:a16="http://schemas.microsoft.com/office/drawing/2014/main" id="{A03D29D8-1B6D-A9F7-3F18-AA15FC963295}"/>
                  </a:ext>
                </a:extLst>
              </p:cNvPr>
              <p:cNvSpPr txBox="1"/>
              <p:nvPr/>
            </p:nvSpPr>
            <p:spPr>
              <a:xfrm>
                <a:off x="4255008" y="2240649"/>
                <a:ext cx="26321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L" sz="1200" dirty="0"/>
                  <a:t>4</a:t>
                </a:r>
              </a:p>
            </p:txBody>
          </p:sp>
          <p:sp>
            <p:nvSpPr>
              <p:cNvPr id="1184" name="TextBox 1183">
                <a:extLst>
                  <a:ext uri="{FF2B5EF4-FFF2-40B4-BE49-F238E27FC236}">
                    <a16:creationId xmlns:a16="http://schemas.microsoft.com/office/drawing/2014/main" id="{4F29AFD4-041D-7F3C-3ED2-66DFB1BB2C5C}"/>
                  </a:ext>
                </a:extLst>
              </p:cNvPr>
              <p:cNvSpPr txBox="1"/>
              <p:nvPr/>
            </p:nvSpPr>
            <p:spPr>
              <a:xfrm>
                <a:off x="4846320" y="1676400"/>
                <a:ext cx="26321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L" sz="1200" dirty="0"/>
                  <a:t>5</a:t>
                </a:r>
              </a:p>
            </p:txBody>
          </p:sp>
        </p:grpSp>
        <p:grpSp>
          <p:nvGrpSpPr>
            <p:cNvPr id="1185" name="Group 1184">
              <a:extLst>
                <a:ext uri="{FF2B5EF4-FFF2-40B4-BE49-F238E27FC236}">
                  <a16:creationId xmlns:a16="http://schemas.microsoft.com/office/drawing/2014/main" id="{8427F603-3138-C3C2-9692-D484D78ED001}"/>
                </a:ext>
              </a:extLst>
            </p:cNvPr>
            <p:cNvGrpSpPr/>
            <p:nvPr/>
          </p:nvGrpSpPr>
          <p:grpSpPr>
            <a:xfrm>
              <a:off x="4225337" y="5950226"/>
              <a:ext cx="860622" cy="859536"/>
              <a:chOff x="4248912" y="1670304"/>
              <a:chExt cx="860622" cy="859536"/>
            </a:xfrm>
          </p:grpSpPr>
          <p:sp>
            <p:nvSpPr>
              <p:cNvPr id="1186" name="Rectangle 1185">
                <a:extLst>
                  <a:ext uri="{FF2B5EF4-FFF2-40B4-BE49-F238E27FC236}">
                    <a16:creationId xmlns:a16="http://schemas.microsoft.com/office/drawing/2014/main" id="{3A10A7FB-4963-3FE1-C101-85115149FAFE}"/>
                  </a:ext>
                </a:extLst>
              </p:cNvPr>
              <p:cNvSpPr/>
              <p:nvPr/>
            </p:nvSpPr>
            <p:spPr>
              <a:xfrm>
                <a:off x="4297680" y="1719072"/>
                <a:ext cx="780288" cy="780288"/>
              </a:xfrm>
              <a:prstGeom prst="rect">
                <a:avLst/>
              </a:prstGeom>
              <a:solidFill>
                <a:srgbClr val="FF0000">
                  <a:alpha val="45623"/>
                </a:srgb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L"/>
              </a:p>
            </p:txBody>
          </p:sp>
          <p:sp>
            <p:nvSpPr>
              <p:cNvPr id="1187" name="TextBox 1186">
                <a:extLst>
                  <a:ext uri="{FF2B5EF4-FFF2-40B4-BE49-F238E27FC236}">
                    <a16:creationId xmlns:a16="http://schemas.microsoft.com/office/drawing/2014/main" id="{7D8EF32B-2AD5-019E-60FD-DA2E51206DC9}"/>
                  </a:ext>
                </a:extLst>
              </p:cNvPr>
              <p:cNvSpPr txBox="1"/>
              <p:nvPr/>
            </p:nvSpPr>
            <p:spPr>
              <a:xfrm>
                <a:off x="4248912" y="1670304"/>
                <a:ext cx="26321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L" sz="1200" dirty="0"/>
                  <a:t>7</a:t>
                </a:r>
              </a:p>
            </p:txBody>
          </p:sp>
          <p:sp>
            <p:nvSpPr>
              <p:cNvPr id="1188" name="TextBox 1187">
                <a:extLst>
                  <a:ext uri="{FF2B5EF4-FFF2-40B4-BE49-F238E27FC236}">
                    <a16:creationId xmlns:a16="http://schemas.microsoft.com/office/drawing/2014/main" id="{7B997FE1-4A4B-AF09-F45C-98BE738CC981}"/>
                  </a:ext>
                </a:extLst>
              </p:cNvPr>
              <p:cNvSpPr txBox="1"/>
              <p:nvPr/>
            </p:nvSpPr>
            <p:spPr>
              <a:xfrm>
                <a:off x="4846320" y="2252841"/>
                <a:ext cx="26321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L" sz="1200" dirty="0"/>
                  <a:t>6</a:t>
                </a:r>
              </a:p>
            </p:txBody>
          </p:sp>
          <p:sp>
            <p:nvSpPr>
              <p:cNvPr id="1189" name="TextBox 1188">
                <a:extLst>
                  <a:ext uri="{FF2B5EF4-FFF2-40B4-BE49-F238E27FC236}">
                    <a16:creationId xmlns:a16="http://schemas.microsoft.com/office/drawing/2014/main" id="{943810B3-3389-ABC6-61C5-04E1298284B6}"/>
                  </a:ext>
                </a:extLst>
              </p:cNvPr>
              <p:cNvSpPr txBox="1"/>
              <p:nvPr/>
            </p:nvSpPr>
            <p:spPr>
              <a:xfrm>
                <a:off x="4255008" y="2240649"/>
                <a:ext cx="26321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L" sz="1200" dirty="0"/>
                  <a:t>4</a:t>
                </a:r>
              </a:p>
            </p:txBody>
          </p:sp>
          <p:sp>
            <p:nvSpPr>
              <p:cNvPr id="1190" name="TextBox 1189">
                <a:extLst>
                  <a:ext uri="{FF2B5EF4-FFF2-40B4-BE49-F238E27FC236}">
                    <a16:creationId xmlns:a16="http://schemas.microsoft.com/office/drawing/2014/main" id="{06352C5B-FE9C-C568-1871-0B381F606837}"/>
                  </a:ext>
                </a:extLst>
              </p:cNvPr>
              <p:cNvSpPr txBox="1"/>
              <p:nvPr/>
            </p:nvSpPr>
            <p:spPr>
              <a:xfrm>
                <a:off x="4846320" y="1676400"/>
                <a:ext cx="26321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L" sz="1200" dirty="0"/>
                  <a:t>5</a:t>
                </a:r>
              </a:p>
            </p:txBody>
          </p:sp>
        </p:grpSp>
        <p:grpSp>
          <p:nvGrpSpPr>
            <p:cNvPr id="1191" name="Group 1190">
              <a:extLst>
                <a:ext uri="{FF2B5EF4-FFF2-40B4-BE49-F238E27FC236}">
                  <a16:creationId xmlns:a16="http://schemas.microsoft.com/office/drawing/2014/main" id="{7219CCB6-BEBA-D03C-BBD3-AC335EFCC964}"/>
                </a:ext>
              </a:extLst>
            </p:cNvPr>
            <p:cNvGrpSpPr/>
            <p:nvPr/>
          </p:nvGrpSpPr>
          <p:grpSpPr>
            <a:xfrm>
              <a:off x="5008798" y="5950226"/>
              <a:ext cx="860622" cy="859536"/>
              <a:chOff x="4248912" y="1670304"/>
              <a:chExt cx="860622" cy="859536"/>
            </a:xfrm>
          </p:grpSpPr>
          <p:sp>
            <p:nvSpPr>
              <p:cNvPr id="1192" name="Rectangle 1191">
                <a:extLst>
                  <a:ext uri="{FF2B5EF4-FFF2-40B4-BE49-F238E27FC236}">
                    <a16:creationId xmlns:a16="http://schemas.microsoft.com/office/drawing/2014/main" id="{D166D779-F60B-F18C-BC7B-4E0CE1D2C7D2}"/>
                  </a:ext>
                </a:extLst>
              </p:cNvPr>
              <p:cNvSpPr/>
              <p:nvPr/>
            </p:nvSpPr>
            <p:spPr>
              <a:xfrm>
                <a:off x="4297680" y="1719072"/>
                <a:ext cx="780288" cy="780288"/>
              </a:xfrm>
              <a:prstGeom prst="rect">
                <a:avLst/>
              </a:prstGeom>
              <a:solidFill>
                <a:schemeClr val="accent1">
                  <a:alpha val="45623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L"/>
              </a:p>
            </p:txBody>
          </p:sp>
          <p:sp>
            <p:nvSpPr>
              <p:cNvPr id="1193" name="TextBox 1192">
                <a:extLst>
                  <a:ext uri="{FF2B5EF4-FFF2-40B4-BE49-F238E27FC236}">
                    <a16:creationId xmlns:a16="http://schemas.microsoft.com/office/drawing/2014/main" id="{D8C28DDB-BBDE-E234-7F8B-FD8FF57C4B5F}"/>
                  </a:ext>
                </a:extLst>
              </p:cNvPr>
              <p:cNvSpPr txBox="1"/>
              <p:nvPr/>
            </p:nvSpPr>
            <p:spPr>
              <a:xfrm>
                <a:off x="4248912" y="1670304"/>
                <a:ext cx="26321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L" sz="1200" dirty="0"/>
                  <a:t>1</a:t>
                </a:r>
              </a:p>
            </p:txBody>
          </p:sp>
          <p:sp>
            <p:nvSpPr>
              <p:cNvPr id="1194" name="TextBox 1193">
                <a:extLst>
                  <a:ext uri="{FF2B5EF4-FFF2-40B4-BE49-F238E27FC236}">
                    <a16:creationId xmlns:a16="http://schemas.microsoft.com/office/drawing/2014/main" id="{F6309CBA-EC63-6A76-CBE9-30D6ABB74124}"/>
                  </a:ext>
                </a:extLst>
              </p:cNvPr>
              <p:cNvSpPr txBox="1"/>
              <p:nvPr/>
            </p:nvSpPr>
            <p:spPr>
              <a:xfrm>
                <a:off x="4846320" y="2252841"/>
                <a:ext cx="26321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L" sz="1200" dirty="0"/>
                  <a:t>2</a:t>
                </a:r>
              </a:p>
            </p:txBody>
          </p:sp>
          <p:sp>
            <p:nvSpPr>
              <p:cNvPr id="1195" name="TextBox 1194">
                <a:extLst>
                  <a:ext uri="{FF2B5EF4-FFF2-40B4-BE49-F238E27FC236}">
                    <a16:creationId xmlns:a16="http://schemas.microsoft.com/office/drawing/2014/main" id="{45A7E1D8-626D-4022-3EF6-5F2D7DB834F5}"/>
                  </a:ext>
                </a:extLst>
              </p:cNvPr>
              <p:cNvSpPr txBox="1"/>
              <p:nvPr/>
            </p:nvSpPr>
            <p:spPr>
              <a:xfrm>
                <a:off x="4255008" y="2240649"/>
                <a:ext cx="26321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L" sz="1200" dirty="0"/>
                  <a:t>4</a:t>
                </a:r>
              </a:p>
            </p:txBody>
          </p:sp>
          <p:sp>
            <p:nvSpPr>
              <p:cNvPr id="1196" name="TextBox 1195">
                <a:extLst>
                  <a:ext uri="{FF2B5EF4-FFF2-40B4-BE49-F238E27FC236}">
                    <a16:creationId xmlns:a16="http://schemas.microsoft.com/office/drawing/2014/main" id="{F8E8C270-11D7-D37A-EB94-3E346A69C456}"/>
                  </a:ext>
                </a:extLst>
              </p:cNvPr>
              <p:cNvSpPr txBox="1"/>
              <p:nvPr/>
            </p:nvSpPr>
            <p:spPr>
              <a:xfrm>
                <a:off x="4846320" y="1676400"/>
                <a:ext cx="26321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L" sz="1200" dirty="0"/>
                  <a:t>3</a:t>
                </a:r>
              </a:p>
            </p:txBody>
          </p:sp>
        </p:grpSp>
        <p:grpSp>
          <p:nvGrpSpPr>
            <p:cNvPr id="1197" name="Group 1196">
              <a:extLst>
                <a:ext uri="{FF2B5EF4-FFF2-40B4-BE49-F238E27FC236}">
                  <a16:creationId xmlns:a16="http://schemas.microsoft.com/office/drawing/2014/main" id="{513FCDB6-0274-79DD-F74B-7474728872C6}"/>
                </a:ext>
              </a:extLst>
            </p:cNvPr>
            <p:cNvGrpSpPr/>
            <p:nvPr/>
          </p:nvGrpSpPr>
          <p:grpSpPr>
            <a:xfrm>
              <a:off x="5792259" y="5949140"/>
              <a:ext cx="860622" cy="859536"/>
              <a:chOff x="4248912" y="1670304"/>
              <a:chExt cx="860622" cy="859536"/>
            </a:xfrm>
          </p:grpSpPr>
          <p:sp>
            <p:nvSpPr>
              <p:cNvPr id="1198" name="Rectangle 1197">
                <a:extLst>
                  <a:ext uri="{FF2B5EF4-FFF2-40B4-BE49-F238E27FC236}">
                    <a16:creationId xmlns:a16="http://schemas.microsoft.com/office/drawing/2014/main" id="{11B376C7-BD0D-6CE7-A0E9-2A141284F48A}"/>
                  </a:ext>
                </a:extLst>
              </p:cNvPr>
              <p:cNvSpPr/>
              <p:nvPr/>
            </p:nvSpPr>
            <p:spPr>
              <a:xfrm>
                <a:off x="4297680" y="1719072"/>
                <a:ext cx="780288" cy="780288"/>
              </a:xfrm>
              <a:prstGeom prst="rect">
                <a:avLst/>
              </a:prstGeom>
              <a:solidFill>
                <a:srgbClr val="FF0000">
                  <a:alpha val="45623"/>
                </a:srgb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L"/>
              </a:p>
            </p:txBody>
          </p:sp>
          <p:sp>
            <p:nvSpPr>
              <p:cNvPr id="1199" name="TextBox 1198">
                <a:extLst>
                  <a:ext uri="{FF2B5EF4-FFF2-40B4-BE49-F238E27FC236}">
                    <a16:creationId xmlns:a16="http://schemas.microsoft.com/office/drawing/2014/main" id="{8DF14D92-C73D-4EAA-F68A-48B4D660FE04}"/>
                  </a:ext>
                </a:extLst>
              </p:cNvPr>
              <p:cNvSpPr txBox="1"/>
              <p:nvPr/>
            </p:nvSpPr>
            <p:spPr>
              <a:xfrm>
                <a:off x="4248912" y="1670304"/>
                <a:ext cx="26321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L" sz="1200" dirty="0"/>
                  <a:t>7</a:t>
                </a:r>
              </a:p>
            </p:txBody>
          </p:sp>
          <p:sp>
            <p:nvSpPr>
              <p:cNvPr id="1200" name="TextBox 1199">
                <a:extLst>
                  <a:ext uri="{FF2B5EF4-FFF2-40B4-BE49-F238E27FC236}">
                    <a16:creationId xmlns:a16="http://schemas.microsoft.com/office/drawing/2014/main" id="{84BE8792-2A72-B051-1190-6AC9E8CBB8B6}"/>
                  </a:ext>
                </a:extLst>
              </p:cNvPr>
              <p:cNvSpPr txBox="1"/>
              <p:nvPr/>
            </p:nvSpPr>
            <p:spPr>
              <a:xfrm>
                <a:off x="4846320" y="2252841"/>
                <a:ext cx="26321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L" sz="1200" dirty="0"/>
                  <a:t>6</a:t>
                </a:r>
              </a:p>
            </p:txBody>
          </p:sp>
          <p:sp>
            <p:nvSpPr>
              <p:cNvPr id="1201" name="TextBox 1200">
                <a:extLst>
                  <a:ext uri="{FF2B5EF4-FFF2-40B4-BE49-F238E27FC236}">
                    <a16:creationId xmlns:a16="http://schemas.microsoft.com/office/drawing/2014/main" id="{96DB34F0-F6AB-27B6-88CB-77D4E70D51DA}"/>
                  </a:ext>
                </a:extLst>
              </p:cNvPr>
              <p:cNvSpPr txBox="1"/>
              <p:nvPr/>
            </p:nvSpPr>
            <p:spPr>
              <a:xfrm>
                <a:off x="4255008" y="2240649"/>
                <a:ext cx="26321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L" sz="1200" dirty="0"/>
                  <a:t>4</a:t>
                </a:r>
              </a:p>
            </p:txBody>
          </p:sp>
          <p:sp>
            <p:nvSpPr>
              <p:cNvPr id="1202" name="TextBox 1201">
                <a:extLst>
                  <a:ext uri="{FF2B5EF4-FFF2-40B4-BE49-F238E27FC236}">
                    <a16:creationId xmlns:a16="http://schemas.microsoft.com/office/drawing/2014/main" id="{D0C7C1F0-D3CF-CE06-BDE9-10F6844355E6}"/>
                  </a:ext>
                </a:extLst>
              </p:cNvPr>
              <p:cNvSpPr txBox="1"/>
              <p:nvPr/>
            </p:nvSpPr>
            <p:spPr>
              <a:xfrm>
                <a:off x="4846320" y="1676400"/>
                <a:ext cx="26321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L" sz="1200" dirty="0"/>
                  <a:t>5</a:t>
                </a:r>
              </a:p>
            </p:txBody>
          </p:sp>
        </p:grpSp>
        <p:grpSp>
          <p:nvGrpSpPr>
            <p:cNvPr id="1203" name="Group 1202">
              <a:extLst>
                <a:ext uri="{FF2B5EF4-FFF2-40B4-BE49-F238E27FC236}">
                  <a16:creationId xmlns:a16="http://schemas.microsoft.com/office/drawing/2014/main" id="{61D80E48-9DB6-4A1D-DBCD-4FD2ECD7E2B9}"/>
                </a:ext>
              </a:extLst>
            </p:cNvPr>
            <p:cNvGrpSpPr/>
            <p:nvPr/>
          </p:nvGrpSpPr>
          <p:grpSpPr>
            <a:xfrm>
              <a:off x="6577976" y="5951145"/>
              <a:ext cx="860622" cy="859536"/>
              <a:chOff x="4248912" y="1670304"/>
              <a:chExt cx="860622" cy="859536"/>
            </a:xfrm>
          </p:grpSpPr>
          <p:sp>
            <p:nvSpPr>
              <p:cNvPr id="1204" name="Rectangle 1203">
                <a:extLst>
                  <a:ext uri="{FF2B5EF4-FFF2-40B4-BE49-F238E27FC236}">
                    <a16:creationId xmlns:a16="http://schemas.microsoft.com/office/drawing/2014/main" id="{BDCD1B5C-9275-7255-3406-9010F7A5467D}"/>
                  </a:ext>
                </a:extLst>
              </p:cNvPr>
              <p:cNvSpPr/>
              <p:nvPr/>
            </p:nvSpPr>
            <p:spPr>
              <a:xfrm>
                <a:off x="4297680" y="1719072"/>
                <a:ext cx="780288" cy="780288"/>
              </a:xfrm>
              <a:prstGeom prst="rect">
                <a:avLst/>
              </a:prstGeom>
              <a:solidFill>
                <a:schemeClr val="accent1">
                  <a:alpha val="45623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L"/>
              </a:p>
            </p:txBody>
          </p:sp>
          <p:sp>
            <p:nvSpPr>
              <p:cNvPr id="1205" name="TextBox 1204">
                <a:extLst>
                  <a:ext uri="{FF2B5EF4-FFF2-40B4-BE49-F238E27FC236}">
                    <a16:creationId xmlns:a16="http://schemas.microsoft.com/office/drawing/2014/main" id="{32936E01-3F40-4602-FFB0-521151266405}"/>
                  </a:ext>
                </a:extLst>
              </p:cNvPr>
              <p:cNvSpPr txBox="1"/>
              <p:nvPr/>
            </p:nvSpPr>
            <p:spPr>
              <a:xfrm>
                <a:off x="4248912" y="1670304"/>
                <a:ext cx="26321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L" sz="1200" dirty="0"/>
                  <a:t>1</a:t>
                </a:r>
              </a:p>
            </p:txBody>
          </p:sp>
          <p:sp>
            <p:nvSpPr>
              <p:cNvPr id="1206" name="TextBox 1205">
                <a:extLst>
                  <a:ext uri="{FF2B5EF4-FFF2-40B4-BE49-F238E27FC236}">
                    <a16:creationId xmlns:a16="http://schemas.microsoft.com/office/drawing/2014/main" id="{00ED95D6-B3BC-1FA2-6AAF-A72B67187EF9}"/>
                  </a:ext>
                </a:extLst>
              </p:cNvPr>
              <p:cNvSpPr txBox="1"/>
              <p:nvPr/>
            </p:nvSpPr>
            <p:spPr>
              <a:xfrm>
                <a:off x="4846320" y="2252841"/>
                <a:ext cx="26321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L" sz="1200" dirty="0"/>
                  <a:t>2</a:t>
                </a:r>
              </a:p>
            </p:txBody>
          </p:sp>
          <p:sp>
            <p:nvSpPr>
              <p:cNvPr id="1207" name="TextBox 1206">
                <a:extLst>
                  <a:ext uri="{FF2B5EF4-FFF2-40B4-BE49-F238E27FC236}">
                    <a16:creationId xmlns:a16="http://schemas.microsoft.com/office/drawing/2014/main" id="{61CA56FD-5CCB-BEB6-9785-2957D49128C8}"/>
                  </a:ext>
                </a:extLst>
              </p:cNvPr>
              <p:cNvSpPr txBox="1"/>
              <p:nvPr/>
            </p:nvSpPr>
            <p:spPr>
              <a:xfrm>
                <a:off x="4255008" y="2240649"/>
                <a:ext cx="26321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L" sz="1200" dirty="0"/>
                  <a:t>4</a:t>
                </a:r>
              </a:p>
            </p:txBody>
          </p:sp>
          <p:sp>
            <p:nvSpPr>
              <p:cNvPr id="1208" name="TextBox 1207">
                <a:extLst>
                  <a:ext uri="{FF2B5EF4-FFF2-40B4-BE49-F238E27FC236}">
                    <a16:creationId xmlns:a16="http://schemas.microsoft.com/office/drawing/2014/main" id="{BAC298DF-59E1-7ECD-7D41-378E5ECD3834}"/>
                  </a:ext>
                </a:extLst>
              </p:cNvPr>
              <p:cNvSpPr txBox="1"/>
              <p:nvPr/>
            </p:nvSpPr>
            <p:spPr>
              <a:xfrm>
                <a:off x="4846320" y="1676400"/>
                <a:ext cx="26321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L" sz="1200" dirty="0"/>
                  <a:t>3</a:t>
                </a:r>
              </a:p>
            </p:txBody>
          </p:sp>
        </p:grp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9157EF94-10B7-3EC1-EFB3-9B19909D9700}"/>
              </a:ext>
            </a:extLst>
          </p:cNvPr>
          <p:cNvSpPr txBox="1"/>
          <p:nvPr/>
        </p:nvSpPr>
        <p:spPr>
          <a:xfrm>
            <a:off x="9133952" y="223562"/>
            <a:ext cx="28974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L" dirty="0"/>
              <a:t>See Crumble circuits in notes</a:t>
            </a:r>
          </a:p>
        </p:txBody>
      </p:sp>
    </p:spTree>
    <p:extLst>
      <p:ext uri="{BB962C8B-B14F-4D97-AF65-F5344CB8AC3E}">
        <p14:creationId xmlns:p14="http://schemas.microsoft.com/office/powerpoint/2010/main" val="14413731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51CE15-F45E-BBE1-9A5D-6EBC11E846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Spatial Hadamard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EE0B84-CD4B-AC23-51D2-0949308C26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Bulk is uniform</a:t>
            </a:r>
          </a:p>
          <a:p>
            <a:r>
              <a:rPr lang="en-US" dirty="0"/>
              <a:t>Both vertical and horizontal spatial Hadamard directions work out.</a:t>
            </a:r>
          </a:p>
          <a:p>
            <a:r>
              <a:rPr lang="en-US" dirty="0"/>
              <a:t>Period 7 for synchronized measurements and resets, in which case we get full flags (</a:t>
            </a:r>
            <a:r>
              <a:rPr lang="en-US" dirty="0" err="1"/>
              <a:t>measure_shared_data_final_only</a:t>
            </a:r>
            <a:r>
              <a:rPr lang="en-US" dirty="0"/>
              <a:t>=False).</a:t>
            </a:r>
          </a:p>
          <a:p>
            <a:r>
              <a:rPr lang="en-US" dirty="0"/>
              <a:t>In time slices without spatial </a:t>
            </a:r>
            <a:r>
              <a:rPr lang="en-US" dirty="0" err="1"/>
              <a:t>Hadmards</a:t>
            </a:r>
            <a:r>
              <a:rPr lang="en-US" dirty="0"/>
              <a:t> we can recover period 6 by removing the delay.</a:t>
            </a:r>
          </a:p>
          <a:p>
            <a:r>
              <a:rPr lang="en-US" dirty="0"/>
              <a:t>If measurements and resets can be done in parallel with gates then it is effectively period 4 using partial flags (</a:t>
            </a:r>
            <a:r>
              <a:rPr lang="en-US" dirty="0" err="1"/>
              <a:t>measure_shared_data_final_only</a:t>
            </a:r>
            <a:r>
              <a:rPr lang="en-US" dirty="0"/>
              <a:t>=True) to maintain the full distance but slightly higher error rate.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20053504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B218995-C353-5811-31FC-D87C3FAF5F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2250" y="3320680"/>
            <a:ext cx="6050165" cy="256178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7432449-791A-B770-A043-A9647D1553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85" y="3320680"/>
            <a:ext cx="6050165" cy="256178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DEBD323-FEB8-8AF2-3272-BCC526F693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59984" y="83895"/>
            <a:ext cx="5672031" cy="2401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6259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A9CE26-9526-E8DF-993E-270D54EA1F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L" dirty="0"/>
              <a:t>Patch rotation!!!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40EE1F-9D70-BBA0-4E09-93623AA053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2187030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B18C0B-2CB5-D275-C581-19B816CC59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L" dirty="0"/>
              <a:t>Color code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2DBA624-45E7-2549-B852-291F453CA0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8130" y="417746"/>
            <a:ext cx="7772400" cy="193664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9077437-5853-EB1F-6449-F35E226A87C7}"/>
              </a:ext>
            </a:extLst>
          </p:cNvPr>
          <p:cNvSpPr txBox="1"/>
          <p:nvPr/>
        </p:nvSpPr>
        <p:spPr>
          <a:xfrm>
            <a:off x="50183" y="6084470"/>
            <a:ext cx="951382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1" i="1" dirty="0">
                <a:solidFill>
                  <a:srgbClr val="C00000"/>
                </a:solidFill>
                <a:latin typeface="Cambria" panose="02040503050406030204" pitchFamily="18" charset="0"/>
              </a:rPr>
              <a:t>Craig </a:t>
            </a:r>
            <a:r>
              <a:rPr lang="en-US" sz="1800" b="1" i="1" dirty="0" err="1">
                <a:solidFill>
                  <a:srgbClr val="C00000"/>
                </a:solidFill>
                <a:latin typeface="Cambria" panose="02040503050406030204" pitchFamily="18" charset="0"/>
              </a:rPr>
              <a:t>Gidney</a:t>
            </a:r>
            <a:r>
              <a:rPr lang="en-US" sz="1800" b="1" i="1" dirty="0">
                <a:solidFill>
                  <a:srgbClr val="C00000"/>
                </a:solidFill>
                <a:latin typeface="Cambria" panose="02040503050406030204" pitchFamily="18" charset="0"/>
              </a:rPr>
              <a:t> and Cody Jones</a:t>
            </a:r>
            <a:r>
              <a:rPr lang="en-IL" sz="1800" b="1" i="1" dirty="0">
                <a:solidFill>
                  <a:srgbClr val="C00000"/>
                </a:solidFill>
                <a:latin typeface="Cambria" panose="02040503050406030204" pitchFamily="18" charset="0"/>
              </a:rPr>
              <a:t>; </a:t>
            </a:r>
            <a:r>
              <a:rPr lang="en-US" sz="1800" b="1" i="1" dirty="0">
                <a:solidFill>
                  <a:srgbClr val="C00000"/>
                </a:solidFill>
                <a:latin typeface="Cambria" panose="02040503050406030204" pitchFamily="18" charset="0"/>
              </a:rPr>
              <a:t>arXiv:2310.16082</a:t>
            </a:r>
            <a:endParaRPr lang="en-IL" sz="1800" b="1" i="1" dirty="0">
              <a:solidFill>
                <a:srgbClr val="C00000"/>
              </a:solidFill>
              <a:latin typeface="Cambria" panose="02040503050406030204" pitchFamily="18" charset="0"/>
            </a:endParaRPr>
          </a:p>
          <a:p>
            <a:r>
              <a:rPr lang="en-US" sz="1800" b="1" i="1" dirty="0">
                <a:solidFill>
                  <a:srgbClr val="C00000"/>
                </a:solidFill>
                <a:latin typeface="Cambria" panose="02040503050406030204" pitchFamily="18" charset="0"/>
              </a:rPr>
              <a:t>Seok-Hyung Lee, Andrew Li, and Stephen D. Bartlett</a:t>
            </a:r>
            <a:r>
              <a:rPr lang="en-IL" b="1" i="1" dirty="0">
                <a:solidFill>
                  <a:srgbClr val="C00000"/>
                </a:solidFill>
                <a:latin typeface="Cambria" panose="02040503050406030204" pitchFamily="18" charset="0"/>
              </a:rPr>
              <a:t>, Quantum (2025); </a:t>
            </a:r>
            <a:r>
              <a:rPr lang="en-US" b="1" i="1" dirty="0">
                <a:solidFill>
                  <a:srgbClr val="C00000"/>
                </a:solidFill>
                <a:latin typeface="Cambria" panose="02040503050406030204" pitchFamily="18" charset="0"/>
              </a:rPr>
              <a:t>arXiv:2404.07482</a:t>
            </a:r>
            <a:endParaRPr lang="en-US" sz="1800" b="1" i="1" dirty="0">
              <a:solidFill>
                <a:srgbClr val="C00000"/>
              </a:solidFill>
              <a:latin typeface="Cambria" panose="020405030504060302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070B623-823D-69D0-3FFA-72EA738FD5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07663" y="2522889"/>
            <a:ext cx="2288336" cy="299152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37B118D-17B8-FA13-FAB5-A4DEEB6F46CE}"/>
              </a:ext>
            </a:extLst>
          </p:cNvPr>
          <p:cNvSpPr txBox="1"/>
          <p:nvPr/>
        </p:nvSpPr>
        <p:spPr>
          <a:xfrm>
            <a:off x="506757" y="3573098"/>
            <a:ext cx="73932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L" dirty="0"/>
              <a:t>Previous work optimized over schedules which are </a:t>
            </a:r>
            <a:r>
              <a:rPr lang="en-IL" b="1" dirty="0"/>
              <a:t>uniform</a:t>
            </a:r>
            <a:r>
              <a:rPr lang="en-IL" dirty="0"/>
              <a:t> across all plaquettes.</a:t>
            </a:r>
          </a:p>
        </p:txBody>
      </p:sp>
    </p:spTree>
    <p:extLst>
      <p:ext uri="{BB962C8B-B14F-4D97-AF65-F5344CB8AC3E}">
        <p14:creationId xmlns:p14="http://schemas.microsoft.com/office/powerpoint/2010/main" val="17046007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C7935B-F6B6-70A6-F792-6E0683FA19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L" dirty="0"/>
              <a:t>Hook error pairs to avoid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B911F46E-E0A7-BCC4-AEC0-7EC45AED30E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0042"/>
          <a:stretch/>
        </p:blipFill>
        <p:spPr>
          <a:xfrm>
            <a:off x="2698065" y="1322367"/>
            <a:ext cx="6795869" cy="5645592"/>
          </a:xfrm>
          <a:prstGeom prst="rect">
            <a:avLst/>
          </a:prstGeom>
        </p:spPr>
      </p:pic>
      <p:grpSp>
        <p:nvGrpSpPr>
          <p:cNvPr id="45" name="Group 44">
            <a:extLst>
              <a:ext uri="{FF2B5EF4-FFF2-40B4-BE49-F238E27FC236}">
                <a16:creationId xmlns:a16="http://schemas.microsoft.com/office/drawing/2014/main" id="{27697E19-E8B7-0123-4197-E07CFDF8D036}"/>
              </a:ext>
            </a:extLst>
          </p:cNvPr>
          <p:cNvGrpSpPr/>
          <p:nvPr/>
        </p:nvGrpSpPr>
        <p:grpSpPr>
          <a:xfrm>
            <a:off x="5843306" y="3967652"/>
            <a:ext cx="765838" cy="859401"/>
            <a:chOff x="5465060" y="3908224"/>
            <a:chExt cx="840600" cy="848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15C4FD21-09C3-372E-84C1-E0F5E4903B68}"/>
                    </a:ext>
                  </a:extLst>
                </p14:cNvPr>
                <p14:cNvContentPartPr/>
                <p14:nvPr/>
              </p14:nvContentPartPr>
              <p14:xfrm>
                <a:off x="5774300" y="3911464"/>
                <a:ext cx="480960" cy="1008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15C4FD21-09C3-372E-84C1-E0F5E4903B68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5767587" y="3905555"/>
                  <a:ext cx="494386" cy="2189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C3CA5CB4-89F5-B0A0-D5ED-92EA9D82A8D8}"/>
                    </a:ext>
                  </a:extLst>
                </p14:cNvPr>
                <p14:cNvContentPartPr/>
                <p14:nvPr/>
              </p14:nvContentPartPr>
              <p14:xfrm>
                <a:off x="5755220" y="3937384"/>
                <a:ext cx="508320" cy="77976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C3CA5CB4-89F5-B0A0-D5ED-92EA9D82A8D8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5748500" y="3931339"/>
                  <a:ext cx="521759" cy="79184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7BDE2044-AC32-C5D9-F386-5E9CE98B0783}"/>
                    </a:ext>
                  </a:extLst>
                </p14:cNvPr>
                <p14:cNvContentPartPr/>
                <p14:nvPr/>
              </p14:nvContentPartPr>
              <p14:xfrm>
                <a:off x="5751620" y="3946384"/>
                <a:ext cx="13680" cy="76608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7BDE2044-AC32-C5D9-F386-5E9CE98B0783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5744975" y="3940338"/>
                  <a:ext cx="26969" cy="77817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6A8A44E5-5B6E-EFF2-729E-83F31B0671CE}"/>
                    </a:ext>
                  </a:extLst>
                </p14:cNvPr>
                <p14:cNvContentPartPr/>
                <p14:nvPr/>
              </p14:nvContentPartPr>
              <p14:xfrm>
                <a:off x="6284420" y="3917584"/>
                <a:ext cx="21240" cy="82584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6A8A44E5-5B6E-EFF2-729E-83F31B0671CE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6277733" y="3911538"/>
                  <a:ext cx="34613" cy="837932"/>
                </a:xfrm>
                <a:prstGeom prst="rect">
                  <a:avLst/>
                </a:prstGeom>
              </p:spPr>
            </p:pic>
          </mc:Fallback>
        </mc:AlternateContent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07BFB04F-25DC-EFC2-72F9-3C5774C4BCCD}"/>
                </a:ext>
              </a:extLst>
            </p:cNvPr>
            <p:cNvGrpSpPr/>
            <p:nvPr/>
          </p:nvGrpSpPr>
          <p:grpSpPr>
            <a:xfrm>
              <a:off x="5465060" y="3908224"/>
              <a:ext cx="820440" cy="813240"/>
              <a:chOff x="5465060" y="3908224"/>
              <a:chExt cx="820440" cy="813240"/>
            </a:xfrm>
          </p:grpSpPr>
          <mc:AlternateContent xmlns:mc="http://schemas.openxmlformats.org/markup-compatibility/2006">
            <mc:Choice xmlns:p14="http://schemas.microsoft.com/office/powerpoint/2010/main" Requires="p14">
              <p:contentPart p14:bwMode="auto" r:id="rId11">
                <p14:nvContentPartPr>
                  <p14:cNvPr id="52" name="Ink 51">
                    <a:extLst>
                      <a:ext uri="{FF2B5EF4-FFF2-40B4-BE49-F238E27FC236}">
                        <a16:creationId xmlns:a16="http://schemas.microsoft.com/office/drawing/2014/main" id="{10347662-0D28-8BF1-E91B-428A9CB057C0}"/>
                      </a:ext>
                    </a:extLst>
                  </p14:cNvPr>
                  <p14:cNvContentPartPr/>
                  <p14:nvPr/>
                </p14:nvContentPartPr>
                <p14:xfrm>
                  <a:off x="5471180" y="3908224"/>
                  <a:ext cx="268920" cy="378720"/>
                </p14:xfrm>
              </p:contentPart>
            </mc:Choice>
            <mc:Fallback>
              <p:pic>
                <p:nvPicPr>
                  <p:cNvPr id="52" name="Ink 51">
                    <a:extLst>
                      <a:ext uri="{FF2B5EF4-FFF2-40B4-BE49-F238E27FC236}">
                        <a16:creationId xmlns:a16="http://schemas.microsoft.com/office/drawing/2014/main" id="{10347662-0D28-8BF1-E91B-428A9CB057C0}"/>
                      </a:ext>
                    </a:extLst>
                  </p:cNvPr>
                  <p:cNvPicPr/>
                  <p:nvPr/>
                </p:nvPicPr>
                <p:blipFill>
                  <a:blip r:embed="rId12"/>
                  <a:stretch>
                    <a:fillRect/>
                  </a:stretch>
                </p:blipFill>
                <p:spPr>
                  <a:xfrm>
                    <a:off x="5464467" y="3902184"/>
                    <a:ext cx="282346" cy="390799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13">
                <p14:nvContentPartPr>
                  <p14:cNvPr id="53" name="Ink 52">
                    <a:extLst>
                      <a:ext uri="{FF2B5EF4-FFF2-40B4-BE49-F238E27FC236}">
                        <a16:creationId xmlns:a16="http://schemas.microsoft.com/office/drawing/2014/main" id="{07289251-4406-A307-7D3F-57C6D7480594}"/>
                      </a:ext>
                    </a:extLst>
                  </p14:cNvPr>
                  <p14:cNvContentPartPr/>
                  <p14:nvPr/>
                </p14:nvContentPartPr>
                <p14:xfrm>
                  <a:off x="5465060" y="4325464"/>
                  <a:ext cx="272520" cy="385560"/>
                </p14:xfrm>
              </p:contentPart>
            </mc:Choice>
            <mc:Fallback>
              <p:pic>
                <p:nvPicPr>
                  <p:cNvPr id="53" name="Ink 52">
                    <a:extLst>
                      <a:ext uri="{FF2B5EF4-FFF2-40B4-BE49-F238E27FC236}">
                        <a16:creationId xmlns:a16="http://schemas.microsoft.com/office/drawing/2014/main" id="{07289251-4406-A307-7D3F-57C6D7480594}"/>
                      </a:ext>
                    </a:extLst>
                  </p:cNvPr>
                  <p:cNvPicPr/>
                  <p:nvPr/>
                </p:nvPicPr>
                <p:blipFill>
                  <a:blip r:embed="rId14"/>
                  <a:stretch>
                    <a:fillRect/>
                  </a:stretch>
                </p:blipFill>
                <p:spPr>
                  <a:xfrm>
                    <a:off x="5458346" y="4319423"/>
                    <a:ext cx="285949" cy="397642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15">
                <p14:nvContentPartPr>
                  <p14:cNvPr id="54" name="Ink 53">
                    <a:extLst>
                      <a:ext uri="{FF2B5EF4-FFF2-40B4-BE49-F238E27FC236}">
                        <a16:creationId xmlns:a16="http://schemas.microsoft.com/office/drawing/2014/main" id="{B4B36A19-2451-6DBD-2B2A-7F29319E0563}"/>
                      </a:ext>
                    </a:extLst>
                  </p14:cNvPr>
                  <p14:cNvContentPartPr/>
                  <p14:nvPr/>
                </p14:nvContentPartPr>
                <p14:xfrm>
                  <a:off x="5742620" y="3927664"/>
                  <a:ext cx="542880" cy="793800"/>
                </p14:xfrm>
              </p:contentPart>
            </mc:Choice>
            <mc:Fallback>
              <p:pic>
                <p:nvPicPr>
                  <p:cNvPr id="54" name="Ink 53">
                    <a:extLst>
                      <a:ext uri="{FF2B5EF4-FFF2-40B4-BE49-F238E27FC236}">
                        <a16:creationId xmlns:a16="http://schemas.microsoft.com/office/drawing/2014/main" id="{B4B36A19-2451-6DBD-2B2A-7F29319E0563}"/>
                      </a:ext>
                    </a:extLst>
                  </p:cNvPr>
                  <p:cNvPicPr/>
                  <p:nvPr/>
                </p:nvPicPr>
                <p:blipFill>
                  <a:blip r:embed="rId16"/>
                  <a:stretch>
                    <a:fillRect/>
                  </a:stretch>
                </p:blipFill>
                <p:spPr>
                  <a:xfrm>
                    <a:off x="5735903" y="3921618"/>
                    <a:ext cx="556314" cy="805892"/>
                  </a:xfrm>
                  <a:prstGeom prst="rect">
                    <a:avLst/>
                  </a:prstGeom>
                </p:spPr>
              </p:pic>
            </mc:Fallback>
          </mc:AlternateContent>
        </p:grpSp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BF36FA8A-1CCC-4337-9EEF-9D76C6FF8A19}"/>
                    </a:ext>
                  </a:extLst>
                </p14:cNvPr>
                <p14:cNvContentPartPr/>
                <p14:nvPr/>
              </p14:nvContentPartPr>
              <p14:xfrm>
                <a:off x="5781860" y="4747024"/>
                <a:ext cx="482040" cy="1008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BF36FA8A-1CCC-4337-9EEF-9D76C6FF8A19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5775143" y="4740904"/>
                  <a:ext cx="495474" cy="22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C7C53E78-632E-BAF3-0839-9978F6B08447}"/>
              </a:ext>
            </a:extLst>
          </p:cNvPr>
          <p:cNvGrpSpPr/>
          <p:nvPr/>
        </p:nvGrpSpPr>
        <p:grpSpPr>
          <a:xfrm rot="7193643">
            <a:off x="4524668" y="4707451"/>
            <a:ext cx="765838" cy="859401"/>
            <a:chOff x="5465060" y="3908224"/>
            <a:chExt cx="840600" cy="848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48F74043-3C1F-1787-B9D9-D3D7945400B4}"/>
                    </a:ext>
                  </a:extLst>
                </p14:cNvPr>
                <p14:cNvContentPartPr/>
                <p14:nvPr/>
              </p14:nvContentPartPr>
              <p14:xfrm>
                <a:off x="5774300" y="3911464"/>
                <a:ext cx="480960" cy="1008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48F74043-3C1F-1787-B9D9-D3D7945400B4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5767587" y="3905555"/>
                  <a:ext cx="494386" cy="2189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440FAF83-C115-C2EF-6B19-517A26A1EA65}"/>
                    </a:ext>
                  </a:extLst>
                </p14:cNvPr>
                <p14:cNvContentPartPr/>
                <p14:nvPr/>
              </p14:nvContentPartPr>
              <p14:xfrm>
                <a:off x="5755220" y="3937384"/>
                <a:ext cx="508320" cy="77976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440FAF83-C115-C2EF-6B19-517A26A1EA65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5748500" y="3931339"/>
                  <a:ext cx="521759" cy="79184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CBED3883-F6D6-8486-FE12-B106EE2D6805}"/>
                    </a:ext>
                  </a:extLst>
                </p14:cNvPr>
                <p14:cNvContentPartPr/>
                <p14:nvPr/>
              </p14:nvContentPartPr>
              <p14:xfrm>
                <a:off x="5751620" y="3946384"/>
                <a:ext cx="13680" cy="76608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CBED3883-F6D6-8486-FE12-B106EE2D6805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5744975" y="3940338"/>
                  <a:ext cx="26969" cy="77817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303E5C27-AA95-B147-1F28-10A49E21BE6F}"/>
                    </a:ext>
                  </a:extLst>
                </p14:cNvPr>
                <p14:cNvContentPartPr/>
                <p14:nvPr/>
              </p14:nvContentPartPr>
              <p14:xfrm>
                <a:off x="6284420" y="3917584"/>
                <a:ext cx="21240" cy="82584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303E5C27-AA95-B147-1F28-10A49E21BE6F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6277733" y="3911538"/>
                  <a:ext cx="34613" cy="837932"/>
                </a:xfrm>
                <a:prstGeom prst="rect">
                  <a:avLst/>
                </a:prstGeom>
              </p:spPr>
            </p:pic>
          </mc:Fallback>
        </mc:AlternateContent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F671F688-3DEA-B449-463D-738D4FC8CB02}"/>
                </a:ext>
              </a:extLst>
            </p:cNvPr>
            <p:cNvGrpSpPr/>
            <p:nvPr/>
          </p:nvGrpSpPr>
          <p:grpSpPr>
            <a:xfrm>
              <a:off x="5465060" y="3908224"/>
              <a:ext cx="820440" cy="813240"/>
              <a:chOff x="5465060" y="3908224"/>
              <a:chExt cx="820440" cy="813240"/>
            </a:xfrm>
          </p:grpSpPr>
          <mc:AlternateContent xmlns:mc="http://schemas.openxmlformats.org/markup-compatibility/2006">
            <mc:Choice xmlns:p14="http://schemas.microsoft.com/office/powerpoint/2010/main" Requires="p14">
              <p:contentPart p14:bwMode="auto" r:id="rId27">
                <p14:nvContentPartPr>
                  <p14:cNvPr id="62" name="Ink 61">
                    <a:extLst>
                      <a:ext uri="{FF2B5EF4-FFF2-40B4-BE49-F238E27FC236}">
                        <a16:creationId xmlns:a16="http://schemas.microsoft.com/office/drawing/2014/main" id="{9CD4B424-06FF-E706-FD02-B0FD8A53C65F}"/>
                      </a:ext>
                    </a:extLst>
                  </p14:cNvPr>
                  <p14:cNvContentPartPr/>
                  <p14:nvPr/>
                </p14:nvContentPartPr>
                <p14:xfrm>
                  <a:off x="5471180" y="3908224"/>
                  <a:ext cx="268920" cy="378720"/>
                </p14:xfrm>
              </p:contentPart>
            </mc:Choice>
            <mc:Fallback>
              <p:pic>
                <p:nvPicPr>
                  <p:cNvPr id="62" name="Ink 61">
                    <a:extLst>
                      <a:ext uri="{FF2B5EF4-FFF2-40B4-BE49-F238E27FC236}">
                        <a16:creationId xmlns:a16="http://schemas.microsoft.com/office/drawing/2014/main" id="{9CD4B424-06FF-E706-FD02-B0FD8A53C65F}"/>
                      </a:ext>
                    </a:extLst>
                  </p:cNvPr>
                  <p:cNvPicPr/>
                  <p:nvPr/>
                </p:nvPicPr>
                <p:blipFill>
                  <a:blip r:embed="rId28"/>
                  <a:stretch>
                    <a:fillRect/>
                  </a:stretch>
                </p:blipFill>
                <p:spPr>
                  <a:xfrm>
                    <a:off x="5464467" y="3902184"/>
                    <a:ext cx="282346" cy="390799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29">
                <p14:nvContentPartPr>
                  <p14:cNvPr id="63" name="Ink 62">
                    <a:extLst>
                      <a:ext uri="{FF2B5EF4-FFF2-40B4-BE49-F238E27FC236}">
                        <a16:creationId xmlns:a16="http://schemas.microsoft.com/office/drawing/2014/main" id="{F88913DD-FB71-333E-B29B-FB40FD0EBCE4}"/>
                      </a:ext>
                    </a:extLst>
                  </p14:cNvPr>
                  <p14:cNvContentPartPr/>
                  <p14:nvPr/>
                </p14:nvContentPartPr>
                <p14:xfrm>
                  <a:off x="5465060" y="4325464"/>
                  <a:ext cx="272520" cy="385560"/>
                </p14:xfrm>
              </p:contentPart>
            </mc:Choice>
            <mc:Fallback>
              <p:pic>
                <p:nvPicPr>
                  <p:cNvPr id="63" name="Ink 62">
                    <a:extLst>
                      <a:ext uri="{FF2B5EF4-FFF2-40B4-BE49-F238E27FC236}">
                        <a16:creationId xmlns:a16="http://schemas.microsoft.com/office/drawing/2014/main" id="{F88913DD-FB71-333E-B29B-FB40FD0EBCE4}"/>
                      </a:ext>
                    </a:extLst>
                  </p:cNvPr>
                  <p:cNvPicPr/>
                  <p:nvPr/>
                </p:nvPicPr>
                <p:blipFill>
                  <a:blip r:embed="rId30"/>
                  <a:stretch>
                    <a:fillRect/>
                  </a:stretch>
                </p:blipFill>
                <p:spPr>
                  <a:xfrm>
                    <a:off x="5458346" y="4319423"/>
                    <a:ext cx="285949" cy="397642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31">
                <p14:nvContentPartPr>
                  <p14:cNvPr id="64" name="Ink 63">
                    <a:extLst>
                      <a:ext uri="{FF2B5EF4-FFF2-40B4-BE49-F238E27FC236}">
                        <a16:creationId xmlns:a16="http://schemas.microsoft.com/office/drawing/2014/main" id="{D15BB77D-13C2-A7DC-D125-EE6026E3A44A}"/>
                      </a:ext>
                    </a:extLst>
                  </p14:cNvPr>
                  <p14:cNvContentPartPr/>
                  <p14:nvPr/>
                </p14:nvContentPartPr>
                <p14:xfrm>
                  <a:off x="5742620" y="3927664"/>
                  <a:ext cx="542880" cy="793800"/>
                </p14:xfrm>
              </p:contentPart>
            </mc:Choice>
            <mc:Fallback>
              <p:pic>
                <p:nvPicPr>
                  <p:cNvPr id="64" name="Ink 63">
                    <a:extLst>
                      <a:ext uri="{FF2B5EF4-FFF2-40B4-BE49-F238E27FC236}">
                        <a16:creationId xmlns:a16="http://schemas.microsoft.com/office/drawing/2014/main" id="{D15BB77D-13C2-A7DC-D125-EE6026E3A44A}"/>
                      </a:ext>
                    </a:extLst>
                  </p:cNvPr>
                  <p:cNvPicPr/>
                  <p:nvPr/>
                </p:nvPicPr>
                <p:blipFill>
                  <a:blip r:embed="rId32"/>
                  <a:stretch>
                    <a:fillRect/>
                  </a:stretch>
                </p:blipFill>
                <p:spPr>
                  <a:xfrm>
                    <a:off x="5735903" y="3921618"/>
                    <a:ext cx="556314" cy="805892"/>
                  </a:xfrm>
                  <a:prstGeom prst="rect">
                    <a:avLst/>
                  </a:prstGeom>
                </p:spPr>
              </p:pic>
            </mc:Fallback>
          </mc:AlternateContent>
        </p:grpSp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1F1547E0-658C-8774-6770-0A72BC251F0D}"/>
                    </a:ext>
                  </a:extLst>
                </p14:cNvPr>
                <p14:cNvContentPartPr/>
                <p14:nvPr/>
              </p14:nvContentPartPr>
              <p14:xfrm>
                <a:off x="5781860" y="4747024"/>
                <a:ext cx="482040" cy="1008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1F1547E0-658C-8774-6770-0A72BC251F0D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5775143" y="4740904"/>
                  <a:ext cx="495474" cy="22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77523604-3B89-4D3B-9297-43EA6CA95A9D}"/>
              </a:ext>
            </a:extLst>
          </p:cNvPr>
          <p:cNvGrpSpPr/>
          <p:nvPr/>
        </p:nvGrpSpPr>
        <p:grpSpPr>
          <a:xfrm rot="14389555">
            <a:off x="6024330" y="5774865"/>
            <a:ext cx="765838" cy="859401"/>
            <a:chOff x="5465060" y="3908224"/>
            <a:chExt cx="840600" cy="848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EB9700EE-F90F-A529-9084-A3905E9EF985}"/>
                    </a:ext>
                  </a:extLst>
                </p14:cNvPr>
                <p14:cNvContentPartPr/>
                <p14:nvPr/>
              </p14:nvContentPartPr>
              <p14:xfrm>
                <a:off x="5774300" y="3911464"/>
                <a:ext cx="480960" cy="1008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EB9700EE-F90F-A529-9084-A3905E9EF985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5767587" y="3905555"/>
                  <a:ext cx="494386" cy="2189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B1E6A6AD-2A75-FA9B-94E4-F1BD9B455341}"/>
                    </a:ext>
                  </a:extLst>
                </p14:cNvPr>
                <p14:cNvContentPartPr/>
                <p14:nvPr/>
              </p14:nvContentPartPr>
              <p14:xfrm>
                <a:off x="5755220" y="3937384"/>
                <a:ext cx="508320" cy="77976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B1E6A6AD-2A75-FA9B-94E4-F1BD9B455341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5748500" y="3931339"/>
                  <a:ext cx="521759" cy="79184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91E825EC-53FD-8684-849C-2206563666FE}"/>
                    </a:ext>
                  </a:extLst>
                </p14:cNvPr>
                <p14:cNvContentPartPr/>
                <p14:nvPr/>
              </p14:nvContentPartPr>
              <p14:xfrm>
                <a:off x="5751620" y="3946384"/>
                <a:ext cx="13680" cy="76608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91E825EC-53FD-8684-849C-2206563666FE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5744975" y="3940338"/>
                  <a:ext cx="26969" cy="77817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00E4B392-F7AE-2DD1-5958-DEA4DDC7E766}"/>
                    </a:ext>
                  </a:extLst>
                </p14:cNvPr>
                <p14:cNvContentPartPr/>
                <p14:nvPr/>
              </p14:nvContentPartPr>
              <p14:xfrm>
                <a:off x="6284420" y="3917584"/>
                <a:ext cx="21240" cy="82584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00E4B392-F7AE-2DD1-5958-DEA4DDC7E766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6277733" y="3911538"/>
                  <a:ext cx="34613" cy="837932"/>
                </a:xfrm>
                <a:prstGeom prst="rect">
                  <a:avLst/>
                </a:prstGeom>
              </p:spPr>
            </p:pic>
          </mc:Fallback>
        </mc:AlternateContent>
        <p:grpSp>
          <p:nvGrpSpPr>
            <p:cNvPr id="70" name="Group 69">
              <a:extLst>
                <a:ext uri="{FF2B5EF4-FFF2-40B4-BE49-F238E27FC236}">
                  <a16:creationId xmlns:a16="http://schemas.microsoft.com/office/drawing/2014/main" id="{43B9E242-E276-3BEF-FF94-D6FB4A2AC649}"/>
                </a:ext>
              </a:extLst>
            </p:cNvPr>
            <p:cNvGrpSpPr/>
            <p:nvPr/>
          </p:nvGrpSpPr>
          <p:grpSpPr>
            <a:xfrm>
              <a:off x="5465060" y="3908224"/>
              <a:ext cx="820440" cy="813240"/>
              <a:chOff x="5465060" y="3908224"/>
              <a:chExt cx="820440" cy="813240"/>
            </a:xfrm>
          </p:grpSpPr>
          <mc:AlternateContent xmlns:mc="http://schemas.openxmlformats.org/markup-compatibility/2006">
            <mc:Choice xmlns:p14="http://schemas.microsoft.com/office/powerpoint/2010/main" Requires="p14">
              <p:contentPart p14:bwMode="auto" r:id="rId43">
                <p14:nvContentPartPr>
                  <p14:cNvPr id="72" name="Ink 71">
                    <a:extLst>
                      <a:ext uri="{FF2B5EF4-FFF2-40B4-BE49-F238E27FC236}">
                        <a16:creationId xmlns:a16="http://schemas.microsoft.com/office/drawing/2014/main" id="{B8B9EECD-88C6-4F9F-1063-07B1FC15870F}"/>
                      </a:ext>
                    </a:extLst>
                  </p14:cNvPr>
                  <p14:cNvContentPartPr/>
                  <p14:nvPr/>
                </p14:nvContentPartPr>
                <p14:xfrm>
                  <a:off x="5471180" y="3908224"/>
                  <a:ext cx="268920" cy="378720"/>
                </p14:xfrm>
              </p:contentPart>
            </mc:Choice>
            <mc:Fallback>
              <p:pic>
                <p:nvPicPr>
                  <p:cNvPr id="72" name="Ink 71">
                    <a:extLst>
                      <a:ext uri="{FF2B5EF4-FFF2-40B4-BE49-F238E27FC236}">
                        <a16:creationId xmlns:a16="http://schemas.microsoft.com/office/drawing/2014/main" id="{B8B9EECD-88C6-4F9F-1063-07B1FC15870F}"/>
                      </a:ext>
                    </a:extLst>
                  </p:cNvPr>
                  <p:cNvPicPr/>
                  <p:nvPr/>
                </p:nvPicPr>
                <p:blipFill>
                  <a:blip r:embed="rId44"/>
                  <a:stretch>
                    <a:fillRect/>
                  </a:stretch>
                </p:blipFill>
                <p:spPr>
                  <a:xfrm>
                    <a:off x="5464467" y="3902184"/>
                    <a:ext cx="282346" cy="390799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45">
                <p14:nvContentPartPr>
                  <p14:cNvPr id="73" name="Ink 72">
                    <a:extLst>
                      <a:ext uri="{FF2B5EF4-FFF2-40B4-BE49-F238E27FC236}">
                        <a16:creationId xmlns:a16="http://schemas.microsoft.com/office/drawing/2014/main" id="{F0720324-265D-F9AC-67C8-E7AFD035012F}"/>
                      </a:ext>
                    </a:extLst>
                  </p14:cNvPr>
                  <p14:cNvContentPartPr/>
                  <p14:nvPr/>
                </p14:nvContentPartPr>
                <p14:xfrm>
                  <a:off x="5465060" y="4325464"/>
                  <a:ext cx="272520" cy="385560"/>
                </p14:xfrm>
              </p:contentPart>
            </mc:Choice>
            <mc:Fallback>
              <p:pic>
                <p:nvPicPr>
                  <p:cNvPr id="73" name="Ink 72">
                    <a:extLst>
                      <a:ext uri="{FF2B5EF4-FFF2-40B4-BE49-F238E27FC236}">
                        <a16:creationId xmlns:a16="http://schemas.microsoft.com/office/drawing/2014/main" id="{F0720324-265D-F9AC-67C8-E7AFD035012F}"/>
                      </a:ext>
                    </a:extLst>
                  </p:cNvPr>
                  <p:cNvPicPr/>
                  <p:nvPr/>
                </p:nvPicPr>
                <p:blipFill>
                  <a:blip r:embed="rId46"/>
                  <a:stretch>
                    <a:fillRect/>
                  </a:stretch>
                </p:blipFill>
                <p:spPr>
                  <a:xfrm>
                    <a:off x="5458346" y="4319423"/>
                    <a:ext cx="285949" cy="397642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47">
                <p14:nvContentPartPr>
                  <p14:cNvPr id="74" name="Ink 73">
                    <a:extLst>
                      <a:ext uri="{FF2B5EF4-FFF2-40B4-BE49-F238E27FC236}">
                        <a16:creationId xmlns:a16="http://schemas.microsoft.com/office/drawing/2014/main" id="{3D419FCE-3994-5803-CFDB-775ABCB742EC}"/>
                      </a:ext>
                    </a:extLst>
                  </p14:cNvPr>
                  <p14:cNvContentPartPr/>
                  <p14:nvPr/>
                </p14:nvContentPartPr>
                <p14:xfrm>
                  <a:off x="5742620" y="3927664"/>
                  <a:ext cx="542880" cy="793800"/>
                </p14:xfrm>
              </p:contentPart>
            </mc:Choice>
            <mc:Fallback>
              <p:pic>
                <p:nvPicPr>
                  <p:cNvPr id="74" name="Ink 73">
                    <a:extLst>
                      <a:ext uri="{FF2B5EF4-FFF2-40B4-BE49-F238E27FC236}">
                        <a16:creationId xmlns:a16="http://schemas.microsoft.com/office/drawing/2014/main" id="{3D419FCE-3994-5803-CFDB-775ABCB742EC}"/>
                      </a:ext>
                    </a:extLst>
                  </p:cNvPr>
                  <p:cNvPicPr/>
                  <p:nvPr/>
                </p:nvPicPr>
                <p:blipFill>
                  <a:blip r:embed="rId48"/>
                  <a:stretch>
                    <a:fillRect/>
                  </a:stretch>
                </p:blipFill>
                <p:spPr>
                  <a:xfrm>
                    <a:off x="5735903" y="3921618"/>
                    <a:ext cx="556314" cy="805892"/>
                  </a:xfrm>
                  <a:prstGeom prst="rect">
                    <a:avLst/>
                  </a:prstGeom>
                </p:spPr>
              </p:pic>
            </mc:Fallback>
          </mc:AlternateContent>
        </p:grpSp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95E105AC-D93C-E711-0773-8D7F882771EA}"/>
                    </a:ext>
                  </a:extLst>
                </p14:cNvPr>
                <p14:cNvContentPartPr/>
                <p14:nvPr/>
              </p14:nvContentPartPr>
              <p14:xfrm>
                <a:off x="5781860" y="4747024"/>
                <a:ext cx="482040" cy="1008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95E105AC-D93C-E711-0773-8D7F882771EA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5775143" y="4740904"/>
                  <a:ext cx="495474" cy="223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40372764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C7935B-F6B6-70A6-F792-6E0683FA19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L" dirty="0"/>
              <a:t>Different schedule for different colors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C2E43BD5-40B9-082C-5A6A-59729642912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2057"/>
          <a:stretch/>
        </p:blipFill>
        <p:spPr>
          <a:xfrm>
            <a:off x="2698065" y="1338809"/>
            <a:ext cx="6795869" cy="562915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E2B63F68-A04A-C9AC-2205-D27E9254497A}"/>
                  </a:ext>
                </a:extLst>
              </p14:cNvPr>
              <p14:cNvContentPartPr/>
              <p14:nvPr/>
            </p14:nvContentPartPr>
            <p14:xfrm>
              <a:off x="5791908" y="1879068"/>
              <a:ext cx="67320" cy="761040"/>
            </p14:xfrm>
          </p:contentPart>
        </mc:Choice>
        <mc:Fallback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E2B63F68-A04A-C9AC-2205-D27E9254497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774268" y="1861068"/>
                <a:ext cx="102960" cy="796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F5841F69-608C-A0FE-6B3A-7CBCA12AF95D}"/>
                  </a:ext>
                </a:extLst>
              </p14:cNvPr>
              <p14:cNvContentPartPr/>
              <p14:nvPr/>
            </p14:nvContentPartPr>
            <p14:xfrm>
              <a:off x="6080988" y="3125388"/>
              <a:ext cx="82440" cy="835200"/>
            </p14:xfrm>
          </p:contentPart>
        </mc:Choice>
        <mc:Fallback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F5841F69-608C-A0FE-6B3A-7CBCA12AF95D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063348" y="3107388"/>
                <a:ext cx="118080" cy="87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4E1A8C88-C08C-87FC-92E6-B4757497935C}"/>
                  </a:ext>
                </a:extLst>
              </p14:cNvPr>
              <p14:cNvContentPartPr/>
              <p14:nvPr/>
            </p14:nvContentPartPr>
            <p14:xfrm>
              <a:off x="5807748" y="4349028"/>
              <a:ext cx="78840" cy="99720"/>
            </p14:xfrm>
          </p:contentPart>
        </mc:Choice>
        <mc:Fallback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4E1A8C88-C08C-87FC-92E6-B4757497935C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789748" y="4331388"/>
                <a:ext cx="114480" cy="13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0DB3483F-1880-81A4-BF2C-573630849F30}"/>
                  </a:ext>
                </a:extLst>
              </p14:cNvPr>
              <p14:cNvContentPartPr/>
              <p14:nvPr/>
            </p14:nvContentPartPr>
            <p14:xfrm>
              <a:off x="4374588" y="4397268"/>
              <a:ext cx="758520" cy="424080"/>
            </p14:xfrm>
          </p:contentPart>
        </mc:Choice>
        <mc:Fallback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0DB3483F-1880-81A4-BF2C-573630849F30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4356588" y="4379268"/>
                <a:ext cx="794160" cy="45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95B7D4D4-4BEC-B850-A58D-20C22367A7CF}"/>
                  </a:ext>
                </a:extLst>
              </p14:cNvPr>
              <p14:cNvContentPartPr/>
              <p14:nvPr/>
            </p14:nvContentPartPr>
            <p14:xfrm>
              <a:off x="4345788" y="5192868"/>
              <a:ext cx="104760" cy="101880"/>
            </p14:xfrm>
          </p:contentPart>
        </mc:Choice>
        <mc:Fallback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95B7D4D4-4BEC-B850-A58D-20C22367A7CF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4328148" y="5175228"/>
                <a:ext cx="140400" cy="13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DBE87031-586C-5389-290E-81F77EBCDA1F}"/>
                  </a:ext>
                </a:extLst>
              </p14:cNvPr>
              <p14:cNvContentPartPr/>
              <p14:nvPr/>
            </p14:nvContentPartPr>
            <p14:xfrm>
              <a:off x="5802348" y="1778988"/>
              <a:ext cx="93600" cy="63360"/>
            </p14:xfrm>
          </p:contentPart>
        </mc:Choice>
        <mc:Fallback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DBE87031-586C-5389-290E-81F77EBCDA1F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5784708" y="1761348"/>
                <a:ext cx="129240" cy="9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3CB27828-F293-D834-0A5D-0A8BBED96D7E}"/>
                  </a:ext>
                </a:extLst>
              </p14:cNvPr>
              <p14:cNvContentPartPr/>
              <p14:nvPr/>
            </p14:nvContentPartPr>
            <p14:xfrm>
              <a:off x="5306628" y="2648028"/>
              <a:ext cx="82080" cy="69480"/>
            </p14:xfrm>
          </p:contentPart>
        </mc:Choice>
        <mc:Fallback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3CB27828-F293-D834-0A5D-0A8BBED96D7E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5288988" y="2630028"/>
                <a:ext cx="117720" cy="105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A75B2960-908F-E6AF-93A6-46941B3A48DC}"/>
                  </a:ext>
                </a:extLst>
              </p14:cNvPr>
              <p14:cNvContentPartPr/>
              <p14:nvPr/>
            </p14:nvContentPartPr>
            <p14:xfrm>
              <a:off x="5056428" y="3058788"/>
              <a:ext cx="85680" cy="95760"/>
            </p14:xfrm>
          </p:contentPart>
        </mc:Choice>
        <mc:Fallback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A75B2960-908F-E6AF-93A6-46941B3A48DC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5038788" y="3041148"/>
                <a:ext cx="121320" cy="131400"/>
              </a:xfrm>
              <a:prstGeom prst="rect">
                <a:avLst/>
              </a:prstGeom>
            </p:spPr>
          </p:pic>
        </mc:Fallback>
      </mc:AlternateContent>
      <p:grpSp>
        <p:nvGrpSpPr>
          <p:cNvPr id="34" name="Group 33">
            <a:extLst>
              <a:ext uri="{FF2B5EF4-FFF2-40B4-BE49-F238E27FC236}">
                <a16:creationId xmlns:a16="http://schemas.microsoft.com/office/drawing/2014/main" id="{48020F06-CA8E-309F-BB4F-8C8C926906A2}"/>
              </a:ext>
            </a:extLst>
          </p:cNvPr>
          <p:cNvGrpSpPr/>
          <p:nvPr/>
        </p:nvGrpSpPr>
        <p:grpSpPr>
          <a:xfrm>
            <a:off x="4594188" y="3940788"/>
            <a:ext cx="56880" cy="70200"/>
            <a:chOff x="4594188" y="3940788"/>
            <a:chExt cx="56880" cy="70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F3A152CC-39AE-A0C5-8AB1-A678F6460E77}"/>
                    </a:ext>
                  </a:extLst>
                </p14:cNvPr>
                <p14:cNvContentPartPr/>
                <p14:nvPr/>
              </p14:nvContentPartPr>
              <p14:xfrm>
                <a:off x="4613988" y="3951588"/>
                <a:ext cx="37080" cy="4608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F3A152CC-39AE-A0C5-8AB1-A678F6460E77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4596348" y="3933588"/>
                  <a:ext cx="72720" cy="8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BEDAE4C1-9407-FED9-A333-4E4BE84C6D3B}"/>
                    </a:ext>
                  </a:extLst>
                </p14:cNvPr>
                <p14:cNvContentPartPr/>
                <p14:nvPr/>
              </p14:nvContentPartPr>
              <p14:xfrm>
                <a:off x="4626948" y="3982908"/>
                <a:ext cx="10440" cy="540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BEDAE4C1-9407-FED9-A333-4E4BE84C6D3B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4608948" y="3964908"/>
                  <a:ext cx="4608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208E785B-21E5-25E6-8A79-C0DEF28AC576}"/>
                    </a:ext>
                  </a:extLst>
                </p14:cNvPr>
                <p14:cNvContentPartPr/>
                <p14:nvPr/>
              </p14:nvContentPartPr>
              <p14:xfrm>
                <a:off x="4594188" y="3940788"/>
                <a:ext cx="43200" cy="7020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208E785B-21E5-25E6-8A79-C0DEF28AC576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4576548" y="3923148"/>
                  <a:ext cx="78840" cy="105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5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96A5A38D-9544-5B63-9AB9-1FBCA9EC1057}"/>
                  </a:ext>
                </a:extLst>
              </p14:cNvPr>
              <p14:cNvContentPartPr/>
              <p14:nvPr/>
            </p14:nvContentPartPr>
            <p14:xfrm>
              <a:off x="4326348" y="4359468"/>
              <a:ext cx="78840" cy="93240"/>
            </p14:xfrm>
          </p:contentPart>
        </mc:Choice>
        <mc:Fallback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96A5A38D-9544-5B63-9AB9-1FBCA9EC1057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4308708" y="4341468"/>
                <a:ext cx="114480" cy="12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161306EE-679B-87EA-123A-7F841539AD50}"/>
                  </a:ext>
                </a:extLst>
              </p14:cNvPr>
              <p14:cNvContentPartPr/>
              <p14:nvPr/>
            </p14:nvContentPartPr>
            <p14:xfrm>
              <a:off x="3855108" y="5209068"/>
              <a:ext cx="68400" cy="84960"/>
            </p14:xfrm>
          </p:contentPart>
        </mc:Choice>
        <mc:Fallback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161306EE-679B-87EA-123A-7F841539AD50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3837108" y="5191068"/>
                <a:ext cx="104040" cy="12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C3EF203D-53E5-6434-E5BD-65BCD48B477A}"/>
                  </a:ext>
                </a:extLst>
              </p:cNvPr>
              <p:cNvSpPr txBox="1"/>
              <p:nvPr/>
            </p:nvSpPr>
            <p:spPr>
              <a:xfrm>
                <a:off x="1481559" y="2540643"/>
                <a:ext cx="1517595" cy="61831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circuit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𝑑</m:t>
                      </m:r>
                    </m:oMath>
                  </m:oMathPara>
                </a14:m>
                <a:endParaRPr lang="en-IL" dirty="0"/>
              </a:p>
            </p:txBody>
          </p:sp>
        </mc:Choice>
        <mc:Fallback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C3EF203D-53E5-6434-E5BD-65BCD48B47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1559" y="2540643"/>
                <a:ext cx="1517595" cy="618311"/>
              </a:xfrm>
              <a:prstGeom prst="rect">
                <a:avLst/>
              </a:prstGeom>
              <a:blipFill>
                <a:blip r:embed="rId29"/>
                <a:stretch>
                  <a:fillRect b="-6122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TextBox 37">
            <a:extLst>
              <a:ext uri="{FF2B5EF4-FFF2-40B4-BE49-F238E27FC236}">
                <a16:creationId xmlns:a16="http://schemas.microsoft.com/office/drawing/2014/main" id="{F3D8CDC2-3D5A-D9FC-2F1C-CFF7ECF43400}"/>
              </a:ext>
            </a:extLst>
          </p:cNvPr>
          <p:cNvSpPr txBox="1"/>
          <p:nvPr/>
        </p:nvSpPr>
        <p:spPr>
          <a:xfrm>
            <a:off x="1014988" y="3244334"/>
            <a:ext cx="24507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</a:t>
            </a:r>
            <a:r>
              <a:rPr lang="en-IL" dirty="0"/>
              <a:t>ut full distance in bulk!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7CDB39F-9307-EF86-DD26-AB35F2AA122D}"/>
              </a:ext>
            </a:extLst>
          </p:cNvPr>
          <p:cNvSpPr txBox="1"/>
          <p:nvPr/>
        </p:nvSpPr>
        <p:spPr>
          <a:xfrm>
            <a:off x="336007" y="3756122"/>
            <a:ext cx="39777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L" dirty="0"/>
              <a:t>Note: no single hook error is responsible</a:t>
            </a:r>
          </a:p>
        </p:txBody>
      </p:sp>
    </p:spTree>
    <p:extLst>
      <p:ext uri="{BB962C8B-B14F-4D97-AF65-F5344CB8AC3E}">
        <p14:creationId xmlns:p14="http://schemas.microsoft.com/office/powerpoint/2010/main" val="22739150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2C9EE4-2AA4-7699-918C-1BD501F9F0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L" dirty="0"/>
              <a:t>LER – 2 rounds, 0.001 error rate</a:t>
            </a:r>
          </a:p>
        </p:txBody>
      </p:sp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C149C8AD-0065-DB60-40B5-0F521053A83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62684" y="1825625"/>
            <a:ext cx="6266632" cy="4351338"/>
          </a:xfrm>
        </p:spPr>
      </p:pic>
    </p:spTree>
    <p:extLst>
      <p:ext uri="{BB962C8B-B14F-4D97-AF65-F5344CB8AC3E}">
        <p14:creationId xmlns:p14="http://schemas.microsoft.com/office/powerpoint/2010/main" val="16516398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2C9EE4-2AA4-7699-918C-1BD501F9F0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L" dirty="0"/>
              <a:t>LER – 2 rounds, 0.005 error rate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5B9E18D2-DFD4-957A-505E-590B2549587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62684" y="1825625"/>
            <a:ext cx="6266632" cy="4351338"/>
          </a:xfrm>
        </p:spPr>
      </p:pic>
    </p:spTree>
    <p:extLst>
      <p:ext uri="{BB962C8B-B14F-4D97-AF65-F5344CB8AC3E}">
        <p14:creationId xmlns:p14="http://schemas.microsoft.com/office/powerpoint/2010/main" val="11298603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2C9EE4-2AA4-7699-918C-1BD501F9F0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L" dirty="0"/>
              <a:t>LER – d rounds, 0.005 error rate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7099872-A76B-0FE8-0546-685FC30D2C9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62684" y="1825625"/>
            <a:ext cx="6266632" cy="4351338"/>
          </a:xfrm>
        </p:spPr>
      </p:pic>
    </p:spTree>
    <p:extLst>
      <p:ext uri="{BB962C8B-B14F-4D97-AF65-F5344CB8AC3E}">
        <p14:creationId xmlns:p14="http://schemas.microsoft.com/office/powerpoint/2010/main" val="36999992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13CBF5-3214-F250-9A0C-C89E624B3A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L" dirty="0"/>
              <a:t>Greedy algorithm for removing hook errors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4D2EC2-02A6-D82C-29A6-E332FB731A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L" dirty="0"/>
              <a:t>Peform syndrome extraction one stabilizer at a time. Initialize to random order of interaction between auxilliary and data qubits.</a:t>
            </a:r>
          </a:p>
          <a:p>
            <a:r>
              <a:rPr lang="en-IL" dirty="0"/>
              <a:t>Repeat until distance converges:</a:t>
            </a:r>
          </a:p>
          <a:p>
            <a:pPr lvl="1"/>
            <a:r>
              <a:rPr lang="en-IL" dirty="0"/>
              <a:t>Find shortest logical error (or approximate).</a:t>
            </a:r>
          </a:p>
          <a:p>
            <a:pPr lvl="1"/>
            <a:r>
              <a:rPr lang="en-IL" dirty="0"/>
              <a:t>Identify hook error components.</a:t>
            </a:r>
          </a:p>
          <a:p>
            <a:pPr lvl="1"/>
            <a:r>
              <a:rPr lang="en-IL" dirty="0"/>
              <a:t>Choose one at random, and choose a new (random) schedule for the corresponding stabilizer.</a:t>
            </a:r>
          </a:p>
          <a:p>
            <a:pPr lvl="1"/>
            <a:r>
              <a:rPr lang="en-IL" dirty="0"/>
              <a:t>Accept if new shortest error does not include a hook error at the same location, else reject.</a:t>
            </a:r>
          </a:p>
        </p:txBody>
      </p:sp>
    </p:spTree>
    <p:extLst>
      <p:ext uri="{BB962C8B-B14F-4D97-AF65-F5344CB8AC3E}">
        <p14:creationId xmlns:p14="http://schemas.microsoft.com/office/powerpoint/2010/main" val="8351650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13CBF5-3214-F250-9A0C-C89E624B3A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L" dirty="0"/>
              <a:t>Greedy algorithm for removing hook errors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543D3E8-1BF2-14A3-AFAE-119DCA1747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L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6C77DBF-49E2-CF8E-E489-9EA31511A4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6901" y="4162501"/>
            <a:ext cx="4214373" cy="251849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58ACBA0-D6AC-E83A-F929-40A20A6DEB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7444" y="1466863"/>
            <a:ext cx="4153831" cy="248226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B64ACB2-ED68-E934-DDCD-DB752DC7B9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8295" y="1466409"/>
            <a:ext cx="4193308" cy="248226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63AF883-AB3C-D775-7DBB-513FD98D3057}"/>
              </a:ext>
            </a:extLst>
          </p:cNvPr>
          <p:cNvSpPr txBox="1"/>
          <p:nvPr/>
        </p:nvSpPr>
        <p:spPr>
          <a:xfrm>
            <a:off x="7872608" y="2522877"/>
            <a:ext cx="7922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L" dirty="0"/>
              <a:t>STUCK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75DE258-303B-41E5-8BCB-D7C13D24CE5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92510" y="4083615"/>
            <a:ext cx="4189093" cy="2482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746459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2C36C1-5B47-A056-D676-9949F48196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 Do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EC4EF8-36EB-0A67-65FC-934DE2A3C5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IL" dirty="0"/>
              <a:t>Benchmark memory experiment and junction for the new schedule and update slides.</a:t>
            </a:r>
          </a:p>
          <a:p>
            <a:r>
              <a:rPr lang="en-IL" dirty="0"/>
              <a:t>Add detailed circuit for stretched stabilizer and crumble to slides for spatial Hadamard.</a:t>
            </a:r>
          </a:p>
          <a:p>
            <a:r>
              <a:rPr lang="en-IL" dirty="0"/>
              <a:t>Benchmark spatial Hadamard logical error rate (compare vs. 2*memory experiement):</a:t>
            </a:r>
          </a:p>
          <a:p>
            <a:pPr lvl="1"/>
            <a:r>
              <a:rPr lang="en-IL" dirty="0"/>
              <a:t>Decoders: matching, correlated matching, tesseract, bayesian flagging</a:t>
            </a:r>
          </a:p>
          <a:p>
            <a:pPr lvl="1"/>
            <a:r>
              <a:rPr lang="en-IL" dirty="0"/>
              <a:t>Hadamard orientation: x,y</a:t>
            </a:r>
          </a:p>
          <a:p>
            <a:pPr lvl="1"/>
            <a:r>
              <a:rPr lang="en-IL" dirty="0"/>
              <a:t>Flags: all, partial, none</a:t>
            </a:r>
          </a:p>
          <a:p>
            <a:pPr lvl="1"/>
            <a:r>
              <a:rPr lang="en-US" dirty="0"/>
              <a:t>k (d)</a:t>
            </a:r>
            <a:endParaRPr lang="en-IL" dirty="0"/>
          </a:p>
          <a:p>
            <a:pPr lvl="1"/>
            <a:r>
              <a:rPr lang="en-IL" dirty="0"/>
              <a:t>Physical error rate</a:t>
            </a:r>
          </a:p>
          <a:p>
            <a:r>
              <a:rPr lang="en-IL" dirty="0"/>
              <a:t>U</a:t>
            </a:r>
            <a:r>
              <a:rPr lang="en-US" dirty="0"/>
              <a:t>s</a:t>
            </a:r>
            <a:r>
              <a:rPr lang="en-IL" dirty="0"/>
              <a:t>e cluster!</a:t>
            </a:r>
          </a:p>
          <a:p>
            <a:r>
              <a:rPr lang="en-IL" dirty="0"/>
              <a:t>Better decoding with flags</a:t>
            </a:r>
          </a:p>
          <a:p>
            <a:pPr lvl="1"/>
            <a:r>
              <a:rPr lang="en-US" dirty="0"/>
              <a:t>F</a:t>
            </a:r>
            <a:r>
              <a:rPr lang="en-IL" dirty="0"/>
              <a:t>or multiple flags triggered by same error – don’t include errors that trigger subset of flags.</a:t>
            </a:r>
          </a:p>
          <a:p>
            <a:pPr lvl="1"/>
            <a:r>
              <a:rPr lang="en-IL" dirty="0"/>
              <a:t>Use correlated matching as subroutine.</a:t>
            </a:r>
          </a:p>
          <a:p>
            <a:pPr lvl="1"/>
            <a:r>
              <a:rPr lang="en-IL" dirty="0"/>
              <a:t>Avoid strange clipping of probabilities.</a:t>
            </a:r>
          </a:p>
          <a:p>
            <a:r>
              <a:rPr lang="en-IL" dirty="0"/>
              <a:t>Simulate also depth-4 (either zero idling noise or remove ticks).</a:t>
            </a:r>
          </a:p>
        </p:txBody>
      </p:sp>
    </p:spTree>
    <p:extLst>
      <p:ext uri="{BB962C8B-B14F-4D97-AF65-F5344CB8AC3E}">
        <p14:creationId xmlns:p14="http://schemas.microsoft.com/office/powerpoint/2010/main" val="99650126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BF7B45-ADC8-25F8-EFE9-8E1964FD1E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L" dirty="0"/>
              <a:t>Other situations to examine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4B2F6C-D7EC-4C41-FA80-F346F068E0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L" dirty="0"/>
              <a:t>Patch rotation</a:t>
            </a:r>
          </a:p>
          <a:p>
            <a:r>
              <a:rPr lang="en-IL" dirty="0"/>
              <a:t>Yoking</a:t>
            </a:r>
          </a:p>
          <a:p>
            <a:r>
              <a:rPr lang="en-US" dirty="0"/>
              <a:t>Crosshairs boundaries</a:t>
            </a:r>
          </a:p>
          <a:p>
            <a:endParaRPr lang="en-US" dirty="0"/>
          </a:p>
          <a:p>
            <a:r>
              <a:rPr lang="en-US" dirty="0"/>
              <a:t>Other codes…</a:t>
            </a:r>
          </a:p>
          <a:p>
            <a:pPr lvl="1"/>
            <a:r>
              <a:rPr lang="en-US" dirty="0"/>
              <a:t>Color code</a:t>
            </a:r>
          </a:p>
          <a:p>
            <a:pPr lvl="2"/>
            <a:r>
              <a:rPr lang="en-US" dirty="0"/>
              <a:t>Cultivation circuit</a:t>
            </a:r>
          </a:p>
          <a:p>
            <a:pPr lvl="1"/>
            <a:r>
              <a:rPr lang="en-US" dirty="0"/>
              <a:t>Higher rate codes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58669497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2C36C1-5B47-A056-D676-9949F48196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L" dirty="0"/>
              <a:t>Outstanding chall</a:t>
            </a:r>
            <a:r>
              <a:rPr lang="en-US" dirty="0"/>
              <a:t>e</a:t>
            </a:r>
            <a:r>
              <a:rPr lang="en-IL" dirty="0"/>
              <a:t>nges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EC4EF8-36EB-0A67-65FC-934DE2A3C5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L" dirty="0"/>
              <a:t>Creating stretched plaquettes is very manual</a:t>
            </a:r>
          </a:p>
          <a:p>
            <a:r>
              <a:rPr lang="en-IL" dirty="0"/>
              <a:t>Automatic detector annotations aren’t minimal</a:t>
            </a:r>
          </a:p>
        </p:txBody>
      </p:sp>
    </p:spTree>
    <p:extLst>
      <p:ext uri="{BB962C8B-B14F-4D97-AF65-F5344CB8AC3E}">
        <p14:creationId xmlns:p14="http://schemas.microsoft.com/office/powerpoint/2010/main" val="21582612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40020</TotalTime>
  <Words>19492</Words>
  <Application>Microsoft Macintosh PowerPoint</Application>
  <PresentationFormat>Widescreen</PresentationFormat>
  <Paragraphs>476</Paragraphs>
  <Slides>22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Arial</vt:lpstr>
      <vt:lpstr>Calibri</vt:lpstr>
      <vt:lpstr>Calibri Light</vt:lpstr>
      <vt:lpstr>Cambria</vt:lpstr>
      <vt:lpstr>Cambria Math</vt:lpstr>
      <vt:lpstr>Office Theme</vt:lpstr>
      <vt:lpstr>Sydrome extraction “off-the-hook”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Spatial Hadamard</vt:lpstr>
      <vt:lpstr>PowerPoint Presentation</vt:lpstr>
      <vt:lpstr>Patch rotation!!!</vt:lpstr>
      <vt:lpstr>Color code</vt:lpstr>
      <vt:lpstr>Hook error pairs to avoid</vt:lpstr>
      <vt:lpstr>Different schedule for different colors</vt:lpstr>
      <vt:lpstr>LER – 2 rounds, 0.001 error rate</vt:lpstr>
      <vt:lpstr>LER – 2 rounds, 0.005 error rate</vt:lpstr>
      <vt:lpstr>LER – d rounds, 0.005 error rate</vt:lpstr>
      <vt:lpstr>Greedy algorithm for removing hook errors</vt:lpstr>
      <vt:lpstr>Greedy algorithm for removing hook errors</vt:lpstr>
      <vt:lpstr>To Do</vt:lpstr>
      <vt:lpstr>Other situations to examine</vt:lpstr>
      <vt:lpstr>Outstanding challenges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Diagonal Schedule</dc:title>
  <dc:creator>Gil-Ad Kishony</dc:creator>
  <cp:lastModifiedBy>Gil-Ad Kishony</cp:lastModifiedBy>
  <cp:revision>38</cp:revision>
  <dcterms:created xsi:type="dcterms:W3CDTF">2025-12-10T14:32:14Z</dcterms:created>
  <dcterms:modified xsi:type="dcterms:W3CDTF">2026-01-09T09:19:42Z</dcterms:modified>
</cp:coreProperties>
</file>