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6"/>
    <p:restoredTop sz="96405"/>
  </p:normalViewPr>
  <p:slideViewPr>
    <p:cSldViewPr snapToGrid="0">
      <p:cViewPr varScale="1">
        <p:scale>
          <a:sx n="215" d="100"/>
          <a:sy n="215" d="100"/>
        </p:scale>
        <p:origin x="1016" y="-2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6F5F-5564-67FC-748D-AA7AD779F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A0761-F497-9B03-6815-ED152A833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D6383-442F-D1A6-15C6-0C1791D3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18C74-94AE-F0AC-EAE2-B9749B8C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85EE5-FEAF-3B42-78F6-2740E9F4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193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B739-8E6A-93C0-152A-C10F74C4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D9891-055A-3DFA-B42E-95B54A796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09B1D-BB7F-711B-3BEC-6A21B4B0D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589D6-A99B-1A0B-5EE9-45B8D661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3DC6F-76AE-FE28-6E59-9BD8A95F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971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156A-75F9-9A43-4C60-27C5C92DB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040C3-8075-5848-CB2C-38A980551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5CF5-12AF-CAF0-1D74-FD0C6EDD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75884-5329-046D-1E5E-7B367004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A3B9C-DBC0-0CCA-4839-9262A1B5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747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45C0-93E7-4710-8100-E31873583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83FC2-541A-C1B8-7668-9F3DC91F5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A0F5F-4633-8AF0-1F48-47FC5411B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6E5AA-0F64-E2A7-B77C-83CAFF7EC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EF133-71A5-58B7-4BAB-E04D7E15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08D90-61CE-50DB-68E3-354A19A2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6767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6956-8922-62EF-3204-CB82F983B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47E30-2C15-1AD4-4336-C9CCE78DD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475B2-5F37-22CA-51AD-1898BF096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DC2993-B540-DF9B-EEE8-CD1453EEB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36537-9C63-96AD-C3E8-0257F08EF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83FF7-E384-C600-8B35-671392FE7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FB7AD2-F3E1-7492-6BA5-62B43BB3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D5529-E578-056E-2108-0F624EE86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501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09160-B16C-C6AB-D827-EB72E011F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2AA0A-3D8C-36DA-84E2-D9808A18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603F8-F25A-E568-43B6-B883518F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B937E-467D-01AF-74CA-E39F4AEA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48900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8F9FE-FA6F-7B8A-076F-88863801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E131D2-4BDA-6893-0882-8ED0839C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BE53B-00FD-7F0F-CC2B-FB6C419F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799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5F5C-7EA8-D2C5-7DC5-0BF53696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859AE-C52F-7021-FC42-3B1453EDD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9E160-CF92-7EC0-FD83-6E5AA478E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824F3-F318-F539-392C-904E7A2D7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A0189-2A5A-12BA-DDF4-4262D4566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CDEF2-14DD-6AD7-6213-EFDD62A6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5683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8958-502B-9362-C194-87ADDD468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9E3FE-5934-395A-37E6-8F9368E66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7BF55-FCF6-E4A6-E5E3-E49E4B4AC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C7ED-CBB8-AB3C-6C55-6642E0E69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2C711-9310-2DA8-8990-EB9ED567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340A7-6352-715B-5A6F-F9E825DF4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3837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0DBC-878C-D43D-8E38-AE10DB191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A9800-A7F4-BBAD-A10D-0272BCADB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275D-7175-0153-1790-FB5033BFD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6834E-9DFD-245D-A3EC-011ED2AE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A96E5-0F54-769A-8ED9-841C4EAD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6961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59161C-E25A-6C85-3E40-F13024895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F083E-A776-8CCD-52F9-A6AB22D06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AA7F-81CC-73AF-36A9-80A1BF37D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56DB8-8735-99A6-B0BA-928578F9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6C4DC-14B1-1CF9-2397-A99743C0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9364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C5D2D-5921-996D-A946-FD5D243F5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0B438-924F-B3D2-0D68-14BCE4651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B6118-DCFB-2FC5-38AE-BBCB0FE74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77E93-1BD9-6F47-A9E3-459CB683431F}" type="datetimeFigureOut">
              <a:rPr lang="en-IL" smtClean="0"/>
              <a:t>12/01/2026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8FFFF-F3C8-D9C2-A5A7-A1C4DDA5E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05A49-97D9-D60F-5BEE-2E7E30052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9D927-E557-F545-87E8-71F242D6772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0925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emf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19.png"/><Relationship Id="rId5" Type="http://schemas.openxmlformats.org/officeDocument/2006/relationships/image" Target="../media/image13.emf"/><Relationship Id="rId10" Type="http://schemas.openxmlformats.org/officeDocument/2006/relationships/image" Target="../media/image18.png"/><Relationship Id="rId4" Type="http://schemas.openxmlformats.org/officeDocument/2006/relationships/image" Target="../media/image12.emf"/><Relationship Id="rId9" Type="http://schemas.openxmlformats.org/officeDocument/2006/relationships/image" Target="../media/image17.png"/><Relationship Id="rId14" Type="http://schemas.openxmlformats.org/officeDocument/2006/relationships/image" Target="../media/image2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4A254C-D6A1-2804-838B-D89A6924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285" y="-139462"/>
            <a:ext cx="3234906" cy="3234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1A3B99-9361-A3DA-0FA3-B54DEB4E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070" y="-139462"/>
            <a:ext cx="3234906" cy="3234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1591A1-5546-B9A3-779A-EA2C54DCB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3592" y="3095444"/>
            <a:ext cx="5704816" cy="18187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35D338-5189-BE3A-E787-CB6604ADAC3E}"/>
              </a:ext>
            </a:extLst>
          </p:cNvPr>
          <p:cNvSpPr txBox="1"/>
          <p:nvPr/>
        </p:nvSpPr>
        <p:spPr>
          <a:xfrm>
            <a:off x="3139323" y="-33071"/>
            <a:ext cx="412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6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C5F46-1EA7-AAFC-5691-BAD191FE4337}"/>
              </a:ext>
            </a:extLst>
          </p:cNvPr>
          <p:cNvSpPr txBox="1"/>
          <p:nvPr/>
        </p:nvSpPr>
        <p:spPr>
          <a:xfrm>
            <a:off x="6034192" y="-33072"/>
            <a:ext cx="433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600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A13CA5-13BF-DF45-8F84-60FA49D891BE}"/>
              </a:ext>
            </a:extLst>
          </p:cNvPr>
          <p:cNvSpPr txBox="1"/>
          <p:nvPr/>
        </p:nvSpPr>
        <p:spPr>
          <a:xfrm>
            <a:off x="3374224" y="2701503"/>
            <a:ext cx="378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600" b="1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B25D51-4C66-A62A-AB91-EB14BF4FA3DD}"/>
              </a:ext>
            </a:extLst>
          </p:cNvPr>
          <p:cNvSpPr txBox="1"/>
          <p:nvPr/>
        </p:nvSpPr>
        <p:spPr>
          <a:xfrm>
            <a:off x="5283113" y="2701503"/>
            <a:ext cx="433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6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4739D0-D33E-117F-738B-3FD6CB7F7129}"/>
              </a:ext>
            </a:extLst>
          </p:cNvPr>
          <p:cNvSpPr txBox="1"/>
          <p:nvPr/>
        </p:nvSpPr>
        <p:spPr>
          <a:xfrm>
            <a:off x="7235002" y="2701502"/>
            <a:ext cx="417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600" b="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974D74-E352-5191-2309-5DE43EE0C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697" y="4982467"/>
            <a:ext cx="5490709" cy="41004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BFC18F-1092-DAFE-9DCC-BE83AFF0065C}"/>
              </a:ext>
            </a:extLst>
          </p:cNvPr>
          <p:cNvSpPr txBox="1"/>
          <p:nvPr/>
        </p:nvSpPr>
        <p:spPr>
          <a:xfrm>
            <a:off x="3398269" y="4659301"/>
            <a:ext cx="330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6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45508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F53BD0-A3E0-A6CF-8A50-92465DDD9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890" y="966154"/>
            <a:ext cx="4917056" cy="4917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C2FBEA-A0CB-3A1B-E05C-B5FFA9BCD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890" y="-3738114"/>
            <a:ext cx="4917056" cy="4917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7D67B3-3BBB-55A2-3179-67CD37BCB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842" y="5805575"/>
            <a:ext cx="5371359" cy="40112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87F2FA-1EB1-7BBD-A2A0-62D92599EE78}"/>
              </a:ext>
            </a:extLst>
          </p:cNvPr>
          <p:cNvSpPr txBox="1"/>
          <p:nvPr/>
        </p:nvSpPr>
        <p:spPr>
          <a:xfrm>
            <a:off x="3570644" y="-3621659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2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D2815-FDDF-7E9C-0EF3-4E20D50BC000}"/>
              </a:ext>
            </a:extLst>
          </p:cNvPr>
          <p:cNvSpPr txBox="1"/>
          <p:nvPr/>
        </p:nvSpPr>
        <p:spPr>
          <a:xfrm>
            <a:off x="3560224" y="113436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200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6C78E9-3532-70B1-AF38-3A405DB21305}"/>
              </a:ext>
            </a:extLst>
          </p:cNvPr>
          <p:cNvSpPr txBox="1"/>
          <p:nvPr/>
        </p:nvSpPr>
        <p:spPr>
          <a:xfrm>
            <a:off x="3587475" y="5118988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200" b="1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1548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735627-25C1-81A5-DEE5-73113C030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385" y="3118449"/>
            <a:ext cx="4113362" cy="4113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1F9EB4-BB33-B0D6-5558-C455171EE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385" y="-803694"/>
            <a:ext cx="4113362" cy="41133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4384C9-FC9E-A18C-C9D4-10B48B0EE1D9}"/>
              </a:ext>
            </a:extLst>
          </p:cNvPr>
          <p:cNvSpPr txBox="1"/>
          <p:nvPr/>
        </p:nvSpPr>
        <p:spPr>
          <a:xfrm>
            <a:off x="5894717" y="-627964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8FAB1-E8CB-E0BC-1238-DE23D1ABB71E}"/>
              </a:ext>
            </a:extLst>
          </p:cNvPr>
          <p:cNvSpPr txBox="1"/>
          <p:nvPr/>
        </p:nvSpPr>
        <p:spPr>
          <a:xfrm>
            <a:off x="5879434" y="3485398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0836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FD0596-D608-5652-4EE8-3B2A3D9EC8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45"/>
          <a:stretch/>
        </p:blipFill>
        <p:spPr>
          <a:xfrm>
            <a:off x="3456316" y="460073"/>
            <a:ext cx="3498003" cy="48681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C32E18-5659-1B40-6383-5279C760B7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618"/>
          <a:stretch/>
        </p:blipFill>
        <p:spPr>
          <a:xfrm>
            <a:off x="3299603" y="-1454990"/>
            <a:ext cx="4868174" cy="34750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90C71D-E95F-33AD-0523-D37907492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603" y="7517918"/>
            <a:ext cx="4871288" cy="2146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669DBC-DA3A-01DF-758C-CAB66FF03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603" y="5206043"/>
            <a:ext cx="4871288" cy="21465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8CD872-3FB6-78AD-E289-E50C44BC8823}"/>
              </a:ext>
            </a:extLst>
          </p:cNvPr>
          <p:cNvSpPr txBox="1"/>
          <p:nvPr/>
        </p:nvSpPr>
        <p:spPr>
          <a:xfrm>
            <a:off x="3405818" y="-1564264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81E922-917B-C910-431F-0ECC4EA909FC}"/>
              </a:ext>
            </a:extLst>
          </p:cNvPr>
          <p:cNvSpPr txBox="1"/>
          <p:nvPr/>
        </p:nvSpPr>
        <p:spPr>
          <a:xfrm>
            <a:off x="3370407" y="2020018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7430DF-A0A0-870D-D507-3C27CB8C99B3}"/>
              </a:ext>
            </a:extLst>
          </p:cNvPr>
          <p:cNvSpPr txBox="1"/>
          <p:nvPr/>
        </p:nvSpPr>
        <p:spPr>
          <a:xfrm>
            <a:off x="6114471" y="588431"/>
            <a:ext cx="335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915AD-2D58-6EAF-FFA0-8C33E8A695B3}"/>
              </a:ext>
            </a:extLst>
          </p:cNvPr>
          <p:cNvSpPr txBox="1"/>
          <p:nvPr/>
        </p:nvSpPr>
        <p:spPr>
          <a:xfrm>
            <a:off x="3405818" y="7173641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046216-5FC0-6A1D-9C79-B8837718C2B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1595" t="49929" r="41646" b="41599"/>
          <a:stretch/>
        </p:blipFill>
        <p:spPr>
          <a:xfrm>
            <a:off x="5844473" y="1091784"/>
            <a:ext cx="1989267" cy="10056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3C1EE6-B3F9-21B0-12F1-FDE8D5F26CE4}"/>
                  </a:ext>
                </a:extLst>
              </p:cNvPr>
              <p:cNvSpPr txBox="1"/>
              <p:nvPr/>
            </p:nvSpPr>
            <p:spPr>
              <a:xfrm>
                <a:off x="5669294" y="828917"/>
                <a:ext cx="276024" cy="23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tl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3C1EE6-B3F9-21B0-12F1-FDE8D5F26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94" y="828917"/>
                <a:ext cx="276024" cy="233033"/>
              </a:xfrm>
              <a:prstGeom prst="rect">
                <a:avLst/>
              </a:prstGeom>
              <a:blipFill>
                <a:blip r:embed="rId7"/>
                <a:stretch>
                  <a:fillRect r="-17391" b="-2631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1C45EA-DDAD-FFCF-8669-F8182F6C7FD9}"/>
                  </a:ext>
                </a:extLst>
              </p:cNvPr>
              <p:cNvSpPr txBox="1"/>
              <p:nvPr/>
            </p:nvSpPr>
            <p:spPr>
              <a:xfrm>
                <a:off x="5675045" y="2036866"/>
                <a:ext cx="328222" cy="23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bl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1C45EA-DDAD-FFCF-8669-F8182F6C7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045" y="2036866"/>
                <a:ext cx="328222" cy="233033"/>
              </a:xfrm>
              <a:prstGeom prst="rect">
                <a:avLst/>
              </a:prstGeom>
              <a:blipFill>
                <a:blip r:embed="rId8"/>
                <a:stretch>
                  <a:fillRect r="-11111" b="-2631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4A897F-2867-3DBF-1057-676BD11D9912}"/>
                  </a:ext>
                </a:extLst>
              </p:cNvPr>
              <p:cNvSpPr txBox="1"/>
              <p:nvPr/>
            </p:nvSpPr>
            <p:spPr>
              <a:xfrm>
                <a:off x="7692212" y="850444"/>
                <a:ext cx="255721" cy="23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4A897F-2867-3DBF-1057-676BD11D9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212" y="850444"/>
                <a:ext cx="255721" cy="233033"/>
              </a:xfrm>
              <a:prstGeom prst="rect">
                <a:avLst/>
              </a:prstGeom>
              <a:blipFill>
                <a:blip r:embed="rId9"/>
                <a:stretch>
                  <a:fillRect r="-38095" b="-2105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122AF2D-3B46-6792-BF7E-AA2AD2D6C4B2}"/>
                  </a:ext>
                </a:extLst>
              </p:cNvPr>
              <p:cNvSpPr txBox="1"/>
              <p:nvPr/>
            </p:nvSpPr>
            <p:spPr>
              <a:xfrm>
                <a:off x="7714625" y="2036865"/>
                <a:ext cx="280824" cy="23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br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122AF2D-3B46-6792-BF7E-AA2AD2D6C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625" y="2036865"/>
                <a:ext cx="280824" cy="233033"/>
              </a:xfrm>
              <a:prstGeom prst="rect">
                <a:avLst/>
              </a:prstGeom>
              <a:blipFill>
                <a:blip r:embed="rId10"/>
                <a:stretch>
                  <a:fillRect r="-34783" b="-2631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A2D872-F6F5-1774-713B-D46CFD736828}"/>
                  </a:ext>
                </a:extLst>
              </p:cNvPr>
              <p:cNvSpPr txBox="1"/>
              <p:nvPr/>
            </p:nvSpPr>
            <p:spPr>
              <a:xfrm>
                <a:off x="6650491" y="2047933"/>
                <a:ext cx="255721" cy="23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shared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A2D872-F6F5-1774-713B-D46CFD736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491" y="2047933"/>
                <a:ext cx="255721" cy="233033"/>
              </a:xfrm>
              <a:prstGeom prst="rect">
                <a:avLst/>
              </a:prstGeom>
              <a:blipFill>
                <a:blip r:embed="rId11"/>
                <a:stretch>
                  <a:fillRect r="-157143" b="-2631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E1566C-4453-4BF2-B727-C7120DD6E29B}"/>
                  </a:ext>
                </a:extLst>
              </p:cNvPr>
              <p:cNvSpPr txBox="1"/>
              <p:nvPr/>
            </p:nvSpPr>
            <p:spPr>
              <a:xfrm>
                <a:off x="6158850" y="1440905"/>
                <a:ext cx="255721" cy="23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𝑎𝑢𝑥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E1566C-4453-4BF2-B727-C7120DD6E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850" y="1440905"/>
                <a:ext cx="255721" cy="233033"/>
              </a:xfrm>
              <a:prstGeom prst="rect">
                <a:avLst/>
              </a:prstGeom>
              <a:blipFill>
                <a:blip r:embed="rId12"/>
                <a:stretch>
                  <a:fillRect r="-85714" b="-2631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BE2DDE-838F-107A-E241-6B8E176CAB1E}"/>
                  </a:ext>
                </a:extLst>
              </p:cNvPr>
              <p:cNvSpPr txBox="1"/>
              <p:nvPr/>
            </p:nvSpPr>
            <p:spPr>
              <a:xfrm>
                <a:off x="7090087" y="1445781"/>
                <a:ext cx="255721" cy="23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𝑎𝑢𝑥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BE2DDE-838F-107A-E241-6B8E176CA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087" y="1445781"/>
                <a:ext cx="255721" cy="233033"/>
              </a:xfrm>
              <a:prstGeom prst="rect">
                <a:avLst/>
              </a:prstGeom>
              <a:blipFill>
                <a:blip r:embed="rId13"/>
                <a:stretch>
                  <a:fillRect r="-85714" b="-2105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9E736797-8772-997C-A7EB-253E0818E9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9652" y="2397286"/>
            <a:ext cx="2458472" cy="198922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D4A66AB-9391-D35F-874B-11689DC1A865}"/>
              </a:ext>
            </a:extLst>
          </p:cNvPr>
          <p:cNvSpPr txBox="1"/>
          <p:nvPr/>
        </p:nvSpPr>
        <p:spPr>
          <a:xfrm>
            <a:off x="3370407" y="486176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672316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203477-2F90-397D-C9DE-7E4A782BBD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155"/>
          <a:stretch/>
        </p:blipFill>
        <p:spPr>
          <a:xfrm>
            <a:off x="3594340" y="-1140518"/>
            <a:ext cx="4183801" cy="30058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5EFA99-870E-F885-ED09-D7F8F477C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340" y="-513780"/>
            <a:ext cx="4183801" cy="41838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825D19-B8B6-349F-D700-3EB0B3740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340" y="1320651"/>
            <a:ext cx="4183801" cy="4183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4B22F7-F9F7-95D8-AC95-A2E667299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340" y="3147931"/>
            <a:ext cx="4183801" cy="4183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972E55-9205-3557-D592-AC94A3B66C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4340" y="6200414"/>
            <a:ext cx="4183801" cy="1812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3D95F8-6E3F-564E-A311-A2046C97146E}"/>
              </a:ext>
            </a:extLst>
          </p:cNvPr>
          <p:cNvSpPr txBox="1"/>
          <p:nvPr/>
        </p:nvSpPr>
        <p:spPr>
          <a:xfrm>
            <a:off x="5586896" y="-1140518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C8FD6-83EE-FB2C-122A-7B71051801C4}"/>
              </a:ext>
            </a:extLst>
          </p:cNvPr>
          <p:cNvSpPr txBox="1"/>
          <p:nvPr/>
        </p:nvSpPr>
        <p:spPr>
          <a:xfrm>
            <a:off x="5579683" y="274211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AA2924-BCB4-B562-59E3-9EA9DB4CC53B}"/>
              </a:ext>
            </a:extLst>
          </p:cNvPr>
          <p:cNvSpPr txBox="1"/>
          <p:nvPr/>
        </p:nvSpPr>
        <p:spPr>
          <a:xfrm>
            <a:off x="5600522" y="2259328"/>
            <a:ext cx="335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0397F1-17D3-DB31-5B20-A22925B0AC9F}"/>
              </a:ext>
            </a:extLst>
          </p:cNvPr>
          <p:cNvSpPr txBox="1"/>
          <p:nvPr/>
        </p:nvSpPr>
        <p:spPr>
          <a:xfrm>
            <a:off x="5579683" y="421624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A198DA-A2C8-3B33-C949-8E71194CB015}"/>
              </a:ext>
            </a:extLst>
          </p:cNvPr>
          <p:cNvSpPr txBox="1"/>
          <p:nvPr/>
        </p:nvSpPr>
        <p:spPr>
          <a:xfrm>
            <a:off x="3933646" y="5766062"/>
            <a:ext cx="36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235046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28</Words>
  <Application>Microsoft Macintosh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Gil-Ad Kishony</dc:creator>
  <cp:lastModifiedBy>Gil-Ad Kishony</cp:lastModifiedBy>
  <cp:revision>13</cp:revision>
  <dcterms:created xsi:type="dcterms:W3CDTF">2026-01-12T10:37:03Z</dcterms:created>
  <dcterms:modified xsi:type="dcterms:W3CDTF">2026-01-12T12:44:26Z</dcterms:modified>
</cp:coreProperties>
</file>